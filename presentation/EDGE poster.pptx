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43891200" cy="32918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6" roundtripDataSignature="AMtx7mj7cUhfP5ZSDMrQn8qZ7/MSIT818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987ED"/>
    <a:srgbClr val="EDE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4BE413-B0EE-11BF-88EA-87DC8DCB48E5}" v="12" dt="2026-01-05T20:00:54.4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13"/>
    <p:restoredTop sz="94680"/>
  </p:normalViewPr>
  <p:slideViewPr>
    <p:cSldViewPr snapToGrid="0">
      <p:cViewPr varScale="1">
        <p:scale>
          <a:sx n="28" d="100"/>
          <a:sy n="28" d="100"/>
        </p:scale>
        <p:origin x="776"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customschemas.google.com/relationships/presentationmetadata" Target="metadata"/><Relationship Id="rId11" Type="http://schemas.microsoft.com/office/2015/10/relationships/revisionInfo" Target="revisionInfo.xml"/><Relationship Id="rId10" Type="http://schemas.openxmlformats.org/officeDocument/2006/relationships/tableStyles" Target="tableStyles.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3291840" y="5387342"/>
            <a:ext cx="37307520" cy="1146048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5486400" y="17289782"/>
            <a:ext cx="32918400" cy="794765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4800"/>
              </a:spcBef>
              <a:spcAft>
                <a:spcPts val="0"/>
              </a:spcAft>
              <a:buClr>
                <a:schemeClr val="dk1"/>
              </a:buClr>
              <a:buSzPts val="11520"/>
              <a:buNone/>
              <a:defRPr sz="11520"/>
            </a:lvl1pPr>
            <a:lvl2pPr lvl="1" algn="ctr">
              <a:lnSpc>
                <a:spcPct val="90000"/>
              </a:lnSpc>
              <a:spcBef>
                <a:spcPts val="2400"/>
              </a:spcBef>
              <a:spcAft>
                <a:spcPts val="0"/>
              </a:spcAft>
              <a:buClr>
                <a:schemeClr val="dk1"/>
              </a:buClr>
              <a:buSzPts val="9600"/>
              <a:buNone/>
              <a:defRPr sz="9600"/>
            </a:lvl2pPr>
            <a:lvl3pPr lvl="2" algn="ctr">
              <a:lnSpc>
                <a:spcPct val="90000"/>
              </a:lnSpc>
              <a:spcBef>
                <a:spcPts val="2400"/>
              </a:spcBef>
              <a:spcAft>
                <a:spcPts val="0"/>
              </a:spcAft>
              <a:buClr>
                <a:schemeClr val="dk1"/>
              </a:buClr>
              <a:buSzPts val="8640"/>
              <a:buNone/>
              <a:defRPr sz="8640"/>
            </a:lvl3pPr>
            <a:lvl4pPr lvl="3" algn="ctr">
              <a:lnSpc>
                <a:spcPct val="90000"/>
              </a:lnSpc>
              <a:spcBef>
                <a:spcPts val="2400"/>
              </a:spcBef>
              <a:spcAft>
                <a:spcPts val="0"/>
              </a:spcAft>
              <a:buClr>
                <a:schemeClr val="dk1"/>
              </a:buClr>
              <a:buSzPts val="7680"/>
              <a:buNone/>
              <a:defRPr sz="7680"/>
            </a:lvl4pPr>
            <a:lvl5pPr lvl="4" algn="ctr">
              <a:lnSpc>
                <a:spcPct val="90000"/>
              </a:lnSpc>
              <a:spcBef>
                <a:spcPts val="2400"/>
              </a:spcBef>
              <a:spcAft>
                <a:spcPts val="0"/>
              </a:spcAft>
              <a:buClr>
                <a:schemeClr val="dk1"/>
              </a:buClr>
              <a:buSzPts val="7680"/>
              <a:buNone/>
              <a:defRPr sz="7680"/>
            </a:lvl5pPr>
            <a:lvl6pPr lvl="5" algn="ctr">
              <a:lnSpc>
                <a:spcPct val="90000"/>
              </a:lnSpc>
              <a:spcBef>
                <a:spcPts val="2400"/>
              </a:spcBef>
              <a:spcAft>
                <a:spcPts val="0"/>
              </a:spcAft>
              <a:buClr>
                <a:schemeClr val="dk1"/>
              </a:buClr>
              <a:buSzPts val="7680"/>
              <a:buNone/>
              <a:defRPr sz="7680"/>
            </a:lvl6pPr>
            <a:lvl7pPr lvl="6" algn="ctr">
              <a:lnSpc>
                <a:spcPct val="90000"/>
              </a:lnSpc>
              <a:spcBef>
                <a:spcPts val="2400"/>
              </a:spcBef>
              <a:spcAft>
                <a:spcPts val="0"/>
              </a:spcAft>
              <a:buClr>
                <a:schemeClr val="dk1"/>
              </a:buClr>
              <a:buSzPts val="7680"/>
              <a:buNone/>
              <a:defRPr sz="7680"/>
            </a:lvl7pPr>
            <a:lvl8pPr lvl="7" algn="ctr">
              <a:lnSpc>
                <a:spcPct val="90000"/>
              </a:lnSpc>
              <a:spcBef>
                <a:spcPts val="2400"/>
              </a:spcBef>
              <a:spcAft>
                <a:spcPts val="0"/>
              </a:spcAft>
              <a:buClr>
                <a:schemeClr val="dk1"/>
              </a:buClr>
              <a:buSzPts val="7680"/>
              <a:buNone/>
              <a:defRPr sz="7680"/>
            </a:lvl8pPr>
            <a:lvl9pPr lvl="8" algn="ctr">
              <a:lnSpc>
                <a:spcPct val="90000"/>
              </a:lnSpc>
              <a:spcBef>
                <a:spcPts val="2400"/>
              </a:spcBef>
              <a:spcAft>
                <a:spcPts val="0"/>
              </a:spcAft>
              <a:buClr>
                <a:schemeClr val="dk1"/>
              </a:buClr>
              <a:buSzPts val="7680"/>
              <a:buNone/>
              <a:defRPr sz="7680"/>
            </a:lvl9pPr>
          </a:lstStyle>
          <a:p>
            <a:endParaRPr/>
          </a:p>
        </p:txBody>
      </p:sp>
      <p:sp>
        <p:nvSpPr>
          <p:cNvPr id="14" name="Google Shape;14;p3"/>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3017520" y="8763000"/>
            <a:ext cx="378561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2994662" y="8206749"/>
            <a:ext cx="37856160" cy="136931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2994662" y="22029429"/>
            <a:ext cx="37856160" cy="720089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11520"/>
              <a:buNone/>
              <a:defRPr sz="11520">
                <a:solidFill>
                  <a:schemeClr val="dk1"/>
                </a:solidFill>
              </a:defRPr>
            </a:lvl1pPr>
            <a:lvl2pPr marL="914400" lvl="1" indent="-228600" algn="l">
              <a:lnSpc>
                <a:spcPct val="90000"/>
              </a:lnSpc>
              <a:spcBef>
                <a:spcPts val="2400"/>
              </a:spcBef>
              <a:spcAft>
                <a:spcPts val="0"/>
              </a:spcAft>
              <a:buClr>
                <a:srgbClr val="888888"/>
              </a:buClr>
              <a:buSzPts val="9600"/>
              <a:buNone/>
              <a:defRPr sz="9600">
                <a:solidFill>
                  <a:srgbClr val="888888"/>
                </a:solidFill>
              </a:defRPr>
            </a:lvl2pPr>
            <a:lvl3pPr marL="1371600" lvl="2" indent="-228600" algn="l">
              <a:lnSpc>
                <a:spcPct val="90000"/>
              </a:lnSpc>
              <a:spcBef>
                <a:spcPts val="2400"/>
              </a:spcBef>
              <a:spcAft>
                <a:spcPts val="0"/>
              </a:spcAft>
              <a:buClr>
                <a:srgbClr val="888888"/>
              </a:buClr>
              <a:buSzPts val="8640"/>
              <a:buNone/>
              <a:defRPr sz="8640">
                <a:solidFill>
                  <a:srgbClr val="888888"/>
                </a:solidFill>
              </a:defRPr>
            </a:lvl3pPr>
            <a:lvl4pPr marL="1828800" lvl="3" indent="-228600" algn="l">
              <a:lnSpc>
                <a:spcPct val="90000"/>
              </a:lnSpc>
              <a:spcBef>
                <a:spcPts val="2400"/>
              </a:spcBef>
              <a:spcAft>
                <a:spcPts val="0"/>
              </a:spcAft>
              <a:buClr>
                <a:srgbClr val="888888"/>
              </a:buClr>
              <a:buSzPts val="7680"/>
              <a:buNone/>
              <a:defRPr sz="7680">
                <a:solidFill>
                  <a:srgbClr val="888888"/>
                </a:solidFill>
              </a:defRPr>
            </a:lvl4pPr>
            <a:lvl5pPr marL="2286000" lvl="4" indent="-228600" algn="l">
              <a:lnSpc>
                <a:spcPct val="90000"/>
              </a:lnSpc>
              <a:spcBef>
                <a:spcPts val="2400"/>
              </a:spcBef>
              <a:spcAft>
                <a:spcPts val="0"/>
              </a:spcAft>
              <a:buClr>
                <a:srgbClr val="888888"/>
              </a:buClr>
              <a:buSzPts val="7680"/>
              <a:buNone/>
              <a:defRPr sz="7680">
                <a:solidFill>
                  <a:srgbClr val="888888"/>
                </a:solidFill>
              </a:defRPr>
            </a:lvl5pPr>
            <a:lvl6pPr marL="2743200" lvl="5" indent="-228600" algn="l">
              <a:lnSpc>
                <a:spcPct val="90000"/>
              </a:lnSpc>
              <a:spcBef>
                <a:spcPts val="2400"/>
              </a:spcBef>
              <a:spcAft>
                <a:spcPts val="0"/>
              </a:spcAft>
              <a:buClr>
                <a:srgbClr val="888888"/>
              </a:buClr>
              <a:buSzPts val="7680"/>
              <a:buNone/>
              <a:defRPr sz="7680">
                <a:solidFill>
                  <a:srgbClr val="888888"/>
                </a:solidFill>
              </a:defRPr>
            </a:lvl6pPr>
            <a:lvl7pPr marL="3200400" lvl="6" indent="-228600" algn="l">
              <a:lnSpc>
                <a:spcPct val="90000"/>
              </a:lnSpc>
              <a:spcBef>
                <a:spcPts val="2400"/>
              </a:spcBef>
              <a:spcAft>
                <a:spcPts val="0"/>
              </a:spcAft>
              <a:buClr>
                <a:srgbClr val="888888"/>
              </a:buClr>
              <a:buSzPts val="7680"/>
              <a:buNone/>
              <a:defRPr sz="7680">
                <a:solidFill>
                  <a:srgbClr val="888888"/>
                </a:solidFill>
              </a:defRPr>
            </a:lvl7pPr>
            <a:lvl8pPr marL="3657600" lvl="7" indent="-228600" algn="l">
              <a:lnSpc>
                <a:spcPct val="90000"/>
              </a:lnSpc>
              <a:spcBef>
                <a:spcPts val="2400"/>
              </a:spcBef>
              <a:spcAft>
                <a:spcPts val="0"/>
              </a:spcAft>
              <a:buClr>
                <a:srgbClr val="888888"/>
              </a:buClr>
              <a:buSzPts val="7680"/>
              <a:buNone/>
              <a:defRPr sz="7680">
                <a:solidFill>
                  <a:srgbClr val="888888"/>
                </a:solidFill>
              </a:defRPr>
            </a:lvl8pPr>
            <a:lvl9pPr marL="4114800" lvl="8" indent="-228600" algn="l">
              <a:lnSpc>
                <a:spcPct val="90000"/>
              </a:lnSpc>
              <a:spcBef>
                <a:spcPts val="2400"/>
              </a:spcBef>
              <a:spcAft>
                <a:spcPts val="0"/>
              </a:spcAft>
              <a:buClr>
                <a:srgbClr val="888888"/>
              </a:buClr>
              <a:buSzPts val="7680"/>
              <a:buNone/>
              <a:defRPr sz="7680">
                <a:solidFill>
                  <a:srgbClr val="888888"/>
                </a:solidFill>
              </a:defRPr>
            </a:lvl9pPr>
          </a:lstStyle>
          <a:p>
            <a:endParaRPr/>
          </a:p>
        </p:txBody>
      </p:sp>
      <p:sp>
        <p:nvSpPr>
          <p:cNvPr id="26" name="Google Shape;26;p5"/>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3017520" y="8763000"/>
            <a:ext cx="186537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22219920" y="8763000"/>
            <a:ext cx="186537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3023237"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3023242" y="8069582"/>
            <a:ext cx="18568032" cy="395477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4800"/>
              </a:spcBef>
              <a:spcAft>
                <a:spcPts val="0"/>
              </a:spcAft>
              <a:buClr>
                <a:schemeClr val="dk1"/>
              </a:buClr>
              <a:buSzPts val="11520"/>
              <a:buNone/>
              <a:defRPr sz="11520" b="1"/>
            </a:lvl1pPr>
            <a:lvl2pPr marL="914400" lvl="1" indent="-228600" algn="l">
              <a:lnSpc>
                <a:spcPct val="90000"/>
              </a:lnSpc>
              <a:spcBef>
                <a:spcPts val="2400"/>
              </a:spcBef>
              <a:spcAft>
                <a:spcPts val="0"/>
              </a:spcAft>
              <a:buClr>
                <a:schemeClr val="dk1"/>
              </a:buClr>
              <a:buSzPts val="9600"/>
              <a:buNone/>
              <a:defRPr sz="9600" b="1"/>
            </a:lvl2pPr>
            <a:lvl3pPr marL="1371600" lvl="2" indent="-228600" algn="l">
              <a:lnSpc>
                <a:spcPct val="90000"/>
              </a:lnSpc>
              <a:spcBef>
                <a:spcPts val="2400"/>
              </a:spcBef>
              <a:spcAft>
                <a:spcPts val="0"/>
              </a:spcAft>
              <a:buClr>
                <a:schemeClr val="dk1"/>
              </a:buClr>
              <a:buSzPts val="8640"/>
              <a:buNone/>
              <a:defRPr sz="8640" b="1"/>
            </a:lvl3pPr>
            <a:lvl4pPr marL="1828800" lvl="3" indent="-228600" algn="l">
              <a:lnSpc>
                <a:spcPct val="90000"/>
              </a:lnSpc>
              <a:spcBef>
                <a:spcPts val="2400"/>
              </a:spcBef>
              <a:spcAft>
                <a:spcPts val="0"/>
              </a:spcAft>
              <a:buClr>
                <a:schemeClr val="dk1"/>
              </a:buClr>
              <a:buSzPts val="7680"/>
              <a:buNone/>
              <a:defRPr sz="7680" b="1"/>
            </a:lvl4pPr>
            <a:lvl5pPr marL="2286000" lvl="4" indent="-228600" algn="l">
              <a:lnSpc>
                <a:spcPct val="90000"/>
              </a:lnSpc>
              <a:spcBef>
                <a:spcPts val="2400"/>
              </a:spcBef>
              <a:spcAft>
                <a:spcPts val="0"/>
              </a:spcAft>
              <a:buClr>
                <a:schemeClr val="dk1"/>
              </a:buClr>
              <a:buSzPts val="7680"/>
              <a:buNone/>
              <a:defRPr sz="7680" b="1"/>
            </a:lvl5pPr>
            <a:lvl6pPr marL="2743200" lvl="5" indent="-228600" algn="l">
              <a:lnSpc>
                <a:spcPct val="90000"/>
              </a:lnSpc>
              <a:spcBef>
                <a:spcPts val="2400"/>
              </a:spcBef>
              <a:spcAft>
                <a:spcPts val="0"/>
              </a:spcAft>
              <a:buClr>
                <a:schemeClr val="dk1"/>
              </a:buClr>
              <a:buSzPts val="7680"/>
              <a:buNone/>
              <a:defRPr sz="7680" b="1"/>
            </a:lvl6pPr>
            <a:lvl7pPr marL="3200400" lvl="6" indent="-228600" algn="l">
              <a:lnSpc>
                <a:spcPct val="90000"/>
              </a:lnSpc>
              <a:spcBef>
                <a:spcPts val="2400"/>
              </a:spcBef>
              <a:spcAft>
                <a:spcPts val="0"/>
              </a:spcAft>
              <a:buClr>
                <a:schemeClr val="dk1"/>
              </a:buClr>
              <a:buSzPts val="7680"/>
              <a:buNone/>
              <a:defRPr sz="7680" b="1"/>
            </a:lvl7pPr>
            <a:lvl8pPr marL="3657600" lvl="7" indent="-228600" algn="l">
              <a:lnSpc>
                <a:spcPct val="90000"/>
              </a:lnSpc>
              <a:spcBef>
                <a:spcPts val="2400"/>
              </a:spcBef>
              <a:spcAft>
                <a:spcPts val="0"/>
              </a:spcAft>
              <a:buClr>
                <a:schemeClr val="dk1"/>
              </a:buClr>
              <a:buSzPts val="7680"/>
              <a:buNone/>
              <a:defRPr sz="7680" b="1"/>
            </a:lvl8pPr>
            <a:lvl9pPr marL="4114800" lvl="8" indent="-228600" algn="l">
              <a:lnSpc>
                <a:spcPct val="90000"/>
              </a:lnSpc>
              <a:spcBef>
                <a:spcPts val="2400"/>
              </a:spcBef>
              <a:spcAft>
                <a:spcPts val="0"/>
              </a:spcAft>
              <a:buClr>
                <a:schemeClr val="dk1"/>
              </a:buClr>
              <a:buSzPts val="7680"/>
              <a:buNone/>
              <a:defRPr sz="7680" b="1"/>
            </a:lvl9pPr>
          </a:lstStyle>
          <a:p>
            <a:endParaRPr/>
          </a:p>
        </p:txBody>
      </p:sp>
      <p:sp>
        <p:nvSpPr>
          <p:cNvPr id="39" name="Google Shape;39;p7"/>
          <p:cNvSpPr txBox="1">
            <a:spLocks noGrp="1"/>
          </p:cNvSpPr>
          <p:nvPr>
            <p:ph type="body" idx="2"/>
          </p:nvPr>
        </p:nvSpPr>
        <p:spPr>
          <a:xfrm>
            <a:off x="3023242" y="12024360"/>
            <a:ext cx="18568032" cy="176860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22219922" y="8069582"/>
            <a:ext cx="18659477" cy="395477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4800"/>
              </a:spcBef>
              <a:spcAft>
                <a:spcPts val="0"/>
              </a:spcAft>
              <a:buClr>
                <a:schemeClr val="dk1"/>
              </a:buClr>
              <a:buSzPts val="11520"/>
              <a:buNone/>
              <a:defRPr sz="11520" b="1"/>
            </a:lvl1pPr>
            <a:lvl2pPr marL="914400" lvl="1" indent="-228600" algn="l">
              <a:lnSpc>
                <a:spcPct val="90000"/>
              </a:lnSpc>
              <a:spcBef>
                <a:spcPts val="2400"/>
              </a:spcBef>
              <a:spcAft>
                <a:spcPts val="0"/>
              </a:spcAft>
              <a:buClr>
                <a:schemeClr val="dk1"/>
              </a:buClr>
              <a:buSzPts val="9600"/>
              <a:buNone/>
              <a:defRPr sz="9600" b="1"/>
            </a:lvl2pPr>
            <a:lvl3pPr marL="1371600" lvl="2" indent="-228600" algn="l">
              <a:lnSpc>
                <a:spcPct val="90000"/>
              </a:lnSpc>
              <a:spcBef>
                <a:spcPts val="2400"/>
              </a:spcBef>
              <a:spcAft>
                <a:spcPts val="0"/>
              </a:spcAft>
              <a:buClr>
                <a:schemeClr val="dk1"/>
              </a:buClr>
              <a:buSzPts val="8640"/>
              <a:buNone/>
              <a:defRPr sz="8640" b="1"/>
            </a:lvl3pPr>
            <a:lvl4pPr marL="1828800" lvl="3" indent="-228600" algn="l">
              <a:lnSpc>
                <a:spcPct val="90000"/>
              </a:lnSpc>
              <a:spcBef>
                <a:spcPts val="2400"/>
              </a:spcBef>
              <a:spcAft>
                <a:spcPts val="0"/>
              </a:spcAft>
              <a:buClr>
                <a:schemeClr val="dk1"/>
              </a:buClr>
              <a:buSzPts val="7680"/>
              <a:buNone/>
              <a:defRPr sz="7680" b="1"/>
            </a:lvl4pPr>
            <a:lvl5pPr marL="2286000" lvl="4" indent="-228600" algn="l">
              <a:lnSpc>
                <a:spcPct val="90000"/>
              </a:lnSpc>
              <a:spcBef>
                <a:spcPts val="2400"/>
              </a:spcBef>
              <a:spcAft>
                <a:spcPts val="0"/>
              </a:spcAft>
              <a:buClr>
                <a:schemeClr val="dk1"/>
              </a:buClr>
              <a:buSzPts val="7680"/>
              <a:buNone/>
              <a:defRPr sz="7680" b="1"/>
            </a:lvl5pPr>
            <a:lvl6pPr marL="2743200" lvl="5" indent="-228600" algn="l">
              <a:lnSpc>
                <a:spcPct val="90000"/>
              </a:lnSpc>
              <a:spcBef>
                <a:spcPts val="2400"/>
              </a:spcBef>
              <a:spcAft>
                <a:spcPts val="0"/>
              </a:spcAft>
              <a:buClr>
                <a:schemeClr val="dk1"/>
              </a:buClr>
              <a:buSzPts val="7680"/>
              <a:buNone/>
              <a:defRPr sz="7680" b="1"/>
            </a:lvl6pPr>
            <a:lvl7pPr marL="3200400" lvl="6" indent="-228600" algn="l">
              <a:lnSpc>
                <a:spcPct val="90000"/>
              </a:lnSpc>
              <a:spcBef>
                <a:spcPts val="2400"/>
              </a:spcBef>
              <a:spcAft>
                <a:spcPts val="0"/>
              </a:spcAft>
              <a:buClr>
                <a:schemeClr val="dk1"/>
              </a:buClr>
              <a:buSzPts val="7680"/>
              <a:buNone/>
              <a:defRPr sz="7680" b="1"/>
            </a:lvl7pPr>
            <a:lvl8pPr marL="3657600" lvl="7" indent="-228600" algn="l">
              <a:lnSpc>
                <a:spcPct val="90000"/>
              </a:lnSpc>
              <a:spcBef>
                <a:spcPts val="2400"/>
              </a:spcBef>
              <a:spcAft>
                <a:spcPts val="0"/>
              </a:spcAft>
              <a:buClr>
                <a:schemeClr val="dk1"/>
              </a:buClr>
              <a:buSzPts val="7680"/>
              <a:buNone/>
              <a:defRPr sz="7680" b="1"/>
            </a:lvl8pPr>
            <a:lvl9pPr marL="4114800" lvl="8" indent="-228600" algn="l">
              <a:lnSpc>
                <a:spcPct val="90000"/>
              </a:lnSpc>
              <a:spcBef>
                <a:spcPts val="2400"/>
              </a:spcBef>
              <a:spcAft>
                <a:spcPts val="0"/>
              </a:spcAft>
              <a:buClr>
                <a:schemeClr val="dk1"/>
              </a:buClr>
              <a:buSzPts val="7680"/>
              <a:buNone/>
              <a:defRPr sz="7680" b="1"/>
            </a:lvl9pPr>
          </a:lstStyle>
          <a:p>
            <a:endParaRPr/>
          </a:p>
        </p:txBody>
      </p:sp>
      <p:sp>
        <p:nvSpPr>
          <p:cNvPr id="41" name="Google Shape;41;p7"/>
          <p:cNvSpPr txBox="1">
            <a:spLocks noGrp="1"/>
          </p:cNvSpPr>
          <p:nvPr>
            <p:ph type="body" idx="4"/>
          </p:nvPr>
        </p:nvSpPr>
        <p:spPr>
          <a:xfrm>
            <a:off x="22219922" y="12024360"/>
            <a:ext cx="18659477" cy="176860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3023237" y="2194560"/>
            <a:ext cx="14156054"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18659477" y="4739647"/>
            <a:ext cx="22219920" cy="23393400"/>
          </a:xfrm>
          <a:prstGeom prst="rect">
            <a:avLst/>
          </a:prstGeom>
          <a:noFill/>
          <a:ln>
            <a:noFill/>
          </a:ln>
        </p:spPr>
        <p:txBody>
          <a:bodyPr spcFirstLastPara="1" wrap="square" lIns="91425" tIns="45700" rIns="91425" bIns="45700" anchor="t" anchorCtr="0">
            <a:normAutofit/>
          </a:bodyPr>
          <a:lstStyle>
            <a:lvl1pPr marL="457200" lvl="0" indent="-1203960" algn="l">
              <a:lnSpc>
                <a:spcPct val="90000"/>
              </a:lnSpc>
              <a:spcBef>
                <a:spcPts val="4800"/>
              </a:spcBef>
              <a:spcAft>
                <a:spcPts val="0"/>
              </a:spcAft>
              <a:buClr>
                <a:schemeClr val="dk1"/>
              </a:buClr>
              <a:buSzPts val="15360"/>
              <a:buChar char="•"/>
              <a:defRPr sz="15360"/>
            </a:lvl1pPr>
            <a:lvl2pPr marL="914400" lvl="1" indent="-1082040" algn="l">
              <a:lnSpc>
                <a:spcPct val="90000"/>
              </a:lnSpc>
              <a:spcBef>
                <a:spcPts val="2400"/>
              </a:spcBef>
              <a:spcAft>
                <a:spcPts val="0"/>
              </a:spcAft>
              <a:buClr>
                <a:schemeClr val="dk1"/>
              </a:buClr>
              <a:buSzPts val="13440"/>
              <a:buChar char="•"/>
              <a:defRPr sz="13439"/>
            </a:lvl2pPr>
            <a:lvl3pPr marL="1371600" lvl="2" indent="-960120" algn="l">
              <a:lnSpc>
                <a:spcPct val="90000"/>
              </a:lnSpc>
              <a:spcBef>
                <a:spcPts val="2400"/>
              </a:spcBef>
              <a:spcAft>
                <a:spcPts val="0"/>
              </a:spcAft>
              <a:buClr>
                <a:schemeClr val="dk1"/>
              </a:buClr>
              <a:buSzPts val="11520"/>
              <a:buChar char="•"/>
              <a:defRPr sz="11520"/>
            </a:lvl3pPr>
            <a:lvl4pPr marL="1828800" lvl="3" indent="-838200" algn="l">
              <a:lnSpc>
                <a:spcPct val="90000"/>
              </a:lnSpc>
              <a:spcBef>
                <a:spcPts val="2400"/>
              </a:spcBef>
              <a:spcAft>
                <a:spcPts val="0"/>
              </a:spcAft>
              <a:buClr>
                <a:schemeClr val="dk1"/>
              </a:buClr>
              <a:buSzPts val="9600"/>
              <a:buChar char="•"/>
              <a:defRPr sz="9600"/>
            </a:lvl4pPr>
            <a:lvl5pPr marL="2286000" lvl="4" indent="-838200" algn="l">
              <a:lnSpc>
                <a:spcPct val="90000"/>
              </a:lnSpc>
              <a:spcBef>
                <a:spcPts val="2400"/>
              </a:spcBef>
              <a:spcAft>
                <a:spcPts val="0"/>
              </a:spcAft>
              <a:buClr>
                <a:schemeClr val="dk1"/>
              </a:buClr>
              <a:buSzPts val="9600"/>
              <a:buChar char="•"/>
              <a:defRPr sz="9600"/>
            </a:lvl5pPr>
            <a:lvl6pPr marL="2743200" lvl="5" indent="-838200" algn="l">
              <a:lnSpc>
                <a:spcPct val="90000"/>
              </a:lnSpc>
              <a:spcBef>
                <a:spcPts val="2400"/>
              </a:spcBef>
              <a:spcAft>
                <a:spcPts val="0"/>
              </a:spcAft>
              <a:buClr>
                <a:schemeClr val="dk1"/>
              </a:buClr>
              <a:buSzPts val="9600"/>
              <a:buChar char="•"/>
              <a:defRPr sz="9600"/>
            </a:lvl6pPr>
            <a:lvl7pPr marL="3200400" lvl="6" indent="-838200" algn="l">
              <a:lnSpc>
                <a:spcPct val="90000"/>
              </a:lnSpc>
              <a:spcBef>
                <a:spcPts val="2400"/>
              </a:spcBef>
              <a:spcAft>
                <a:spcPts val="0"/>
              </a:spcAft>
              <a:buClr>
                <a:schemeClr val="dk1"/>
              </a:buClr>
              <a:buSzPts val="9600"/>
              <a:buChar char="•"/>
              <a:defRPr sz="9600"/>
            </a:lvl7pPr>
            <a:lvl8pPr marL="3657600" lvl="7" indent="-838200" algn="l">
              <a:lnSpc>
                <a:spcPct val="90000"/>
              </a:lnSpc>
              <a:spcBef>
                <a:spcPts val="2400"/>
              </a:spcBef>
              <a:spcAft>
                <a:spcPts val="0"/>
              </a:spcAft>
              <a:buClr>
                <a:schemeClr val="dk1"/>
              </a:buClr>
              <a:buSzPts val="9600"/>
              <a:buChar char="•"/>
              <a:defRPr sz="9600"/>
            </a:lvl8pPr>
            <a:lvl9pPr marL="4114800" lvl="8" indent="-838200" algn="l">
              <a:lnSpc>
                <a:spcPct val="90000"/>
              </a:lnSpc>
              <a:spcBef>
                <a:spcPts val="2400"/>
              </a:spcBef>
              <a:spcAft>
                <a:spcPts val="0"/>
              </a:spcAft>
              <a:buClr>
                <a:schemeClr val="dk1"/>
              </a:buClr>
              <a:buSzPts val="9600"/>
              <a:buChar char="•"/>
              <a:defRPr sz="9600"/>
            </a:lvl9pPr>
          </a:lstStyle>
          <a:p>
            <a:endParaRPr/>
          </a:p>
        </p:txBody>
      </p:sp>
      <p:sp>
        <p:nvSpPr>
          <p:cNvPr id="57" name="Google Shape;57;p10"/>
          <p:cNvSpPr txBox="1">
            <a:spLocks noGrp="1"/>
          </p:cNvSpPr>
          <p:nvPr>
            <p:ph type="body" idx="2"/>
          </p:nvPr>
        </p:nvSpPr>
        <p:spPr>
          <a:xfrm>
            <a:off x="3023237" y="9875520"/>
            <a:ext cx="14156054" cy="182956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7680"/>
              <a:buNone/>
              <a:defRPr sz="7680"/>
            </a:lvl1pPr>
            <a:lvl2pPr marL="914400" lvl="1" indent="-228600" algn="l">
              <a:lnSpc>
                <a:spcPct val="90000"/>
              </a:lnSpc>
              <a:spcBef>
                <a:spcPts val="2400"/>
              </a:spcBef>
              <a:spcAft>
                <a:spcPts val="0"/>
              </a:spcAft>
              <a:buClr>
                <a:schemeClr val="dk1"/>
              </a:buClr>
              <a:buSzPts val="6720"/>
              <a:buNone/>
              <a:defRPr sz="6719"/>
            </a:lvl2pPr>
            <a:lvl3pPr marL="1371600" lvl="2" indent="-228600" algn="l">
              <a:lnSpc>
                <a:spcPct val="90000"/>
              </a:lnSpc>
              <a:spcBef>
                <a:spcPts val="2400"/>
              </a:spcBef>
              <a:spcAft>
                <a:spcPts val="0"/>
              </a:spcAft>
              <a:buClr>
                <a:schemeClr val="dk1"/>
              </a:buClr>
              <a:buSzPts val="5760"/>
              <a:buNone/>
              <a:defRPr sz="5760"/>
            </a:lvl3pPr>
            <a:lvl4pPr marL="1828800" lvl="3" indent="-228600" algn="l">
              <a:lnSpc>
                <a:spcPct val="90000"/>
              </a:lnSpc>
              <a:spcBef>
                <a:spcPts val="2400"/>
              </a:spcBef>
              <a:spcAft>
                <a:spcPts val="0"/>
              </a:spcAft>
              <a:buClr>
                <a:schemeClr val="dk1"/>
              </a:buClr>
              <a:buSzPts val="4800"/>
              <a:buNone/>
              <a:defRPr sz="4800"/>
            </a:lvl4pPr>
            <a:lvl5pPr marL="2286000" lvl="4" indent="-228600" algn="l">
              <a:lnSpc>
                <a:spcPct val="90000"/>
              </a:lnSpc>
              <a:spcBef>
                <a:spcPts val="2400"/>
              </a:spcBef>
              <a:spcAft>
                <a:spcPts val="0"/>
              </a:spcAft>
              <a:buClr>
                <a:schemeClr val="dk1"/>
              </a:buClr>
              <a:buSzPts val="4800"/>
              <a:buNone/>
              <a:defRPr sz="4800"/>
            </a:lvl5pPr>
            <a:lvl6pPr marL="2743200" lvl="5" indent="-228600" algn="l">
              <a:lnSpc>
                <a:spcPct val="90000"/>
              </a:lnSpc>
              <a:spcBef>
                <a:spcPts val="2400"/>
              </a:spcBef>
              <a:spcAft>
                <a:spcPts val="0"/>
              </a:spcAft>
              <a:buClr>
                <a:schemeClr val="dk1"/>
              </a:buClr>
              <a:buSzPts val="4800"/>
              <a:buNone/>
              <a:defRPr sz="4800"/>
            </a:lvl6pPr>
            <a:lvl7pPr marL="3200400" lvl="6" indent="-228600" algn="l">
              <a:lnSpc>
                <a:spcPct val="90000"/>
              </a:lnSpc>
              <a:spcBef>
                <a:spcPts val="2400"/>
              </a:spcBef>
              <a:spcAft>
                <a:spcPts val="0"/>
              </a:spcAft>
              <a:buClr>
                <a:schemeClr val="dk1"/>
              </a:buClr>
              <a:buSzPts val="4800"/>
              <a:buNone/>
              <a:defRPr sz="4800"/>
            </a:lvl7pPr>
            <a:lvl8pPr marL="3657600" lvl="7" indent="-228600" algn="l">
              <a:lnSpc>
                <a:spcPct val="90000"/>
              </a:lnSpc>
              <a:spcBef>
                <a:spcPts val="2400"/>
              </a:spcBef>
              <a:spcAft>
                <a:spcPts val="0"/>
              </a:spcAft>
              <a:buClr>
                <a:schemeClr val="dk1"/>
              </a:buClr>
              <a:buSzPts val="4800"/>
              <a:buNone/>
              <a:defRPr sz="4800"/>
            </a:lvl8pPr>
            <a:lvl9pPr marL="4114800" lvl="8" indent="-228600" algn="l">
              <a:lnSpc>
                <a:spcPct val="90000"/>
              </a:lnSpc>
              <a:spcBef>
                <a:spcPts val="2400"/>
              </a:spcBef>
              <a:spcAft>
                <a:spcPts val="0"/>
              </a:spcAft>
              <a:buClr>
                <a:schemeClr val="dk1"/>
              </a:buClr>
              <a:buSzPts val="4800"/>
              <a:buNone/>
              <a:defRPr sz="4800"/>
            </a:lvl9pPr>
          </a:lstStyle>
          <a:p>
            <a:endParaRPr/>
          </a:p>
        </p:txBody>
      </p:sp>
      <p:sp>
        <p:nvSpPr>
          <p:cNvPr id="58" name="Google Shape;58;p10"/>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3023237" y="2194560"/>
            <a:ext cx="14156054"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18659477" y="4739647"/>
            <a:ext cx="22219920" cy="23393400"/>
          </a:xfrm>
          <a:prstGeom prst="rect">
            <a:avLst/>
          </a:prstGeom>
          <a:noFill/>
          <a:ln>
            <a:noFill/>
          </a:ln>
        </p:spPr>
      </p:sp>
      <p:sp>
        <p:nvSpPr>
          <p:cNvPr id="64" name="Google Shape;64;p11"/>
          <p:cNvSpPr txBox="1">
            <a:spLocks noGrp="1"/>
          </p:cNvSpPr>
          <p:nvPr>
            <p:ph type="body" idx="1"/>
          </p:nvPr>
        </p:nvSpPr>
        <p:spPr>
          <a:xfrm>
            <a:off x="3023237" y="9875520"/>
            <a:ext cx="14156054" cy="182956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7680"/>
              <a:buNone/>
              <a:defRPr sz="7680"/>
            </a:lvl1pPr>
            <a:lvl2pPr marL="914400" lvl="1" indent="-228600" algn="l">
              <a:lnSpc>
                <a:spcPct val="90000"/>
              </a:lnSpc>
              <a:spcBef>
                <a:spcPts val="2400"/>
              </a:spcBef>
              <a:spcAft>
                <a:spcPts val="0"/>
              </a:spcAft>
              <a:buClr>
                <a:schemeClr val="dk1"/>
              </a:buClr>
              <a:buSzPts val="6720"/>
              <a:buNone/>
              <a:defRPr sz="6719"/>
            </a:lvl2pPr>
            <a:lvl3pPr marL="1371600" lvl="2" indent="-228600" algn="l">
              <a:lnSpc>
                <a:spcPct val="90000"/>
              </a:lnSpc>
              <a:spcBef>
                <a:spcPts val="2400"/>
              </a:spcBef>
              <a:spcAft>
                <a:spcPts val="0"/>
              </a:spcAft>
              <a:buClr>
                <a:schemeClr val="dk1"/>
              </a:buClr>
              <a:buSzPts val="5760"/>
              <a:buNone/>
              <a:defRPr sz="5760"/>
            </a:lvl3pPr>
            <a:lvl4pPr marL="1828800" lvl="3" indent="-228600" algn="l">
              <a:lnSpc>
                <a:spcPct val="90000"/>
              </a:lnSpc>
              <a:spcBef>
                <a:spcPts val="2400"/>
              </a:spcBef>
              <a:spcAft>
                <a:spcPts val="0"/>
              </a:spcAft>
              <a:buClr>
                <a:schemeClr val="dk1"/>
              </a:buClr>
              <a:buSzPts val="4800"/>
              <a:buNone/>
              <a:defRPr sz="4800"/>
            </a:lvl4pPr>
            <a:lvl5pPr marL="2286000" lvl="4" indent="-228600" algn="l">
              <a:lnSpc>
                <a:spcPct val="90000"/>
              </a:lnSpc>
              <a:spcBef>
                <a:spcPts val="2400"/>
              </a:spcBef>
              <a:spcAft>
                <a:spcPts val="0"/>
              </a:spcAft>
              <a:buClr>
                <a:schemeClr val="dk1"/>
              </a:buClr>
              <a:buSzPts val="4800"/>
              <a:buNone/>
              <a:defRPr sz="4800"/>
            </a:lvl5pPr>
            <a:lvl6pPr marL="2743200" lvl="5" indent="-228600" algn="l">
              <a:lnSpc>
                <a:spcPct val="90000"/>
              </a:lnSpc>
              <a:spcBef>
                <a:spcPts val="2400"/>
              </a:spcBef>
              <a:spcAft>
                <a:spcPts val="0"/>
              </a:spcAft>
              <a:buClr>
                <a:schemeClr val="dk1"/>
              </a:buClr>
              <a:buSzPts val="4800"/>
              <a:buNone/>
              <a:defRPr sz="4800"/>
            </a:lvl6pPr>
            <a:lvl7pPr marL="3200400" lvl="6" indent="-228600" algn="l">
              <a:lnSpc>
                <a:spcPct val="90000"/>
              </a:lnSpc>
              <a:spcBef>
                <a:spcPts val="2400"/>
              </a:spcBef>
              <a:spcAft>
                <a:spcPts val="0"/>
              </a:spcAft>
              <a:buClr>
                <a:schemeClr val="dk1"/>
              </a:buClr>
              <a:buSzPts val="4800"/>
              <a:buNone/>
              <a:defRPr sz="4800"/>
            </a:lvl7pPr>
            <a:lvl8pPr marL="3657600" lvl="7" indent="-228600" algn="l">
              <a:lnSpc>
                <a:spcPct val="90000"/>
              </a:lnSpc>
              <a:spcBef>
                <a:spcPts val="2400"/>
              </a:spcBef>
              <a:spcAft>
                <a:spcPts val="0"/>
              </a:spcAft>
              <a:buClr>
                <a:schemeClr val="dk1"/>
              </a:buClr>
              <a:buSzPts val="4800"/>
              <a:buNone/>
              <a:defRPr sz="4800"/>
            </a:lvl8pPr>
            <a:lvl9pPr marL="4114800" lvl="8" indent="-228600" algn="l">
              <a:lnSpc>
                <a:spcPct val="90000"/>
              </a:lnSpc>
              <a:spcBef>
                <a:spcPts val="2400"/>
              </a:spcBef>
              <a:spcAft>
                <a:spcPts val="0"/>
              </a:spcAft>
              <a:buClr>
                <a:schemeClr val="dk1"/>
              </a:buClr>
              <a:buSzPts val="4800"/>
              <a:buNone/>
              <a:defRPr sz="4800"/>
            </a:lvl9pPr>
          </a:lstStyle>
          <a:p>
            <a:endParaRPr/>
          </a:p>
        </p:txBody>
      </p:sp>
      <p:sp>
        <p:nvSpPr>
          <p:cNvPr id="65" name="Google Shape;65;p11"/>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11502389" y="278131"/>
            <a:ext cx="20886422" cy="3785616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22193251" y="10968991"/>
            <a:ext cx="27896822" cy="946404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2990851" y="1779271"/>
            <a:ext cx="27896822" cy="2784348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3017520" y="8763000"/>
            <a:ext cx="37856160" cy="20886422"/>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576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576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5760" b="0" i="0" u="none" strike="noStrike" cap="none">
                <a:solidFill>
                  <a:srgbClr val="888888"/>
                </a:solidFill>
                <a:latin typeface="Calibri"/>
                <a:ea typeface="Calibri"/>
                <a:cs typeface="Calibri"/>
                <a:sym typeface="Calibri"/>
              </a:defRPr>
            </a:lvl1pPr>
            <a:lvl2pPr marL="0" marR="0" lvl="1" indent="0" algn="r" rtl="0">
              <a:spcBef>
                <a:spcPts val="0"/>
              </a:spcBef>
              <a:buNone/>
              <a:defRPr sz="5760" b="0" i="0" u="none" strike="noStrike" cap="none">
                <a:solidFill>
                  <a:srgbClr val="888888"/>
                </a:solidFill>
                <a:latin typeface="Calibri"/>
                <a:ea typeface="Calibri"/>
                <a:cs typeface="Calibri"/>
                <a:sym typeface="Calibri"/>
              </a:defRPr>
            </a:lvl2pPr>
            <a:lvl3pPr marL="0" marR="0" lvl="2" indent="0" algn="r" rtl="0">
              <a:spcBef>
                <a:spcPts val="0"/>
              </a:spcBef>
              <a:buNone/>
              <a:defRPr sz="5760" b="0" i="0" u="none" strike="noStrike" cap="none">
                <a:solidFill>
                  <a:srgbClr val="888888"/>
                </a:solidFill>
                <a:latin typeface="Calibri"/>
                <a:ea typeface="Calibri"/>
                <a:cs typeface="Calibri"/>
                <a:sym typeface="Calibri"/>
              </a:defRPr>
            </a:lvl3pPr>
            <a:lvl4pPr marL="0" marR="0" lvl="3" indent="0" algn="r" rtl="0">
              <a:spcBef>
                <a:spcPts val="0"/>
              </a:spcBef>
              <a:buNone/>
              <a:defRPr sz="5760" b="0" i="0" u="none" strike="noStrike" cap="none">
                <a:solidFill>
                  <a:srgbClr val="888888"/>
                </a:solidFill>
                <a:latin typeface="Calibri"/>
                <a:ea typeface="Calibri"/>
                <a:cs typeface="Calibri"/>
                <a:sym typeface="Calibri"/>
              </a:defRPr>
            </a:lvl4pPr>
            <a:lvl5pPr marL="0" marR="0" lvl="4" indent="0" algn="r" rtl="0">
              <a:spcBef>
                <a:spcPts val="0"/>
              </a:spcBef>
              <a:buNone/>
              <a:defRPr sz="5760" b="0" i="0" u="none" strike="noStrike" cap="none">
                <a:solidFill>
                  <a:srgbClr val="888888"/>
                </a:solidFill>
                <a:latin typeface="Calibri"/>
                <a:ea typeface="Calibri"/>
                <a:cs typeface="Calibri"/>
                <a:sym typeface="Calibri"/>
              </a:defRPr>
            </a:lvl5pPr>
            <a:lvl6pPr marL="0" marR="0" lvl="5" indent="0" algn="r" rtl="0">
              <a:spcBef>
                <a:spcPts val="0"/>
              </a:spcBef>
              <a:buNone/>
              <a:defRPr sz="5760" b="0" i="0" u="none" strike="noStrike" cap="none">
                <a:solidFill>
                  <a:srgbClr val="888888"/>
                </a:solidFill>
                <a:latin typeface="Calibri"/>
                <a:ea typeface="Calibri"/>
                <a:cs typeface="Calibri"/>
                <a:sym typeface="Calibri"/>
              </a:defRPr>
            </a:lvl6pPr>
            <a:lvl7pPr marL="0" marR="0" lvl="6" indent="0" algn="r" rtl="0">
              <a:spcBef>
                <a:spcPts val="0"/>
              </a:spcBef>
              <a:buNone/>
              <a:defRPr sz="5760" b="0" i="0" u="none" strike="noStrike" cap="none">
                <a:solidFill>
                  <a:srgbClr val="888888"/>
                </a:solidFill>
                <a:latin typeface="Calibri"/>
                <a:ea typeface="Calibri"/>
                <a:cs typeface="Calibri"/>
                <a:sym typeface="Calibri"/>
              </a:defRPr>
            </a:lvl7pPr>
            <a:lvl8pPr marL="0" marR="0" lvl="7" indent="0" algn="r" rtl="0">
              <a:spcBef>
                <a:spcPts val="0"/>
              </a:spcBef>
              <a:buNone/>
              <a:defRPr sz="5760" b="0" i="0" u="none" strike="noStrike" cap="none">
                <a:solidFill>
                  <a:srgbClr val="888888"/>
                </a:solidFill>
                <a:latin typeface="Calibri"/>
                <a:ea typeface="Calibri"/>
                <a:cs typeface="Calibri"/>
                <a:sym typeface="Calibri"/>
              </a:defRPr>
            </a:lvl8pPr>
            <a:lvl9pPr marL="0" marR="0" lvl="8" indent="0" algn="r" rtl="0">
              <a:spcBef>
                <a:spcPts val="0"/>
              </a:spcBef>
              <a:buNone/>
              <a:defRPr sz="576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3"/>
        <p:cNvGrpSpPr/>
        <p:nvPr/>
      </p:nvGrpSpPr>
      <p:grpSpPr>
        <a:xfrm>
          <a:off x="0" y="0"/>
          <a:ext cx="0" cy="0"/>
          <a:chOff x="0" y="0"/>
          <a:chExt cx="0" cy="0"/>
        </a:xfrm>
      </p:grpSpPr>
      <p:sp>
        <p:nvSpPr>
          <p:cNvPr id="89" name="Google Shape;89;p1"/>
          <p:cNvSpPr/>
          <p:nvPr/>
        </p:nvSpPr>
        <p:spPr>
          <a:xfrm>
            <a:off x="23938978" y="22001173"/>
            <a:ext cx="19656790" cy="1621072"/>
          </a:xfrm>
          <a:prstGeom prst="rect">
            <a:avLst/>
          </a:prstGeom>
          <a:solidFill>
            <a:srgbClr val="7BAF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7200" b="1" i="0" u="none" strike="noStrike" cap="none" dirty="0">
                <a:solidFill>
                  <a:schemeClr val="bg1"/>
                </a:solidFill>
                <a:latin typeface="Calibri"/>
                <a:ea typeface="Calibri"/>
                <a:cs typeface="Calibri"/>
                <a:sym typeface="Calibri"/>
              </a:rPr>
              <a:t>Conclusions</a:t>
            </a:r>
            <a:endParaRPr sz="7200" i="0" u="none" strike="noStrike" cap="none" dirty="0">
              <a:solidFill>
                <a:schemeClr val="bg1"/>
              </a:solidFill>
              <a:latin typeface="Calibri"/>
              <a:ea typeface="Calibri"/>
              <a:cs typeface="Calibri"/>
              <a:sym typeface="Calibri"/>
            </a:endParaRPr>
          </a:p>
        </p:txBody>
      </p:sp>
      <p:sp>
        <p:nvSpPr>
          <p:cNvPr id="94" name="Google Shape;94;p1"/>
          <p:cNvSpPr/>
          <p:nvPr/>
        </p:nvSpPr>
        <p:spPr>
          <a:xfrm>
            <a:off x="23938978" y="30901184"/>
            <a:ext cx="19656791" cy="1414042"/>
          </a:xfrm>
          <a:prstGeom prst="rect">
            <a:avLst/>
          </a:prstGeom>
          <a:solidFill>
            <a:srgbClr val="7BAF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7200" b="1" dirty="0">
                <a:solidFill>
                  <a:schemeClr val="bg1"/>
                </a:solidFill>
                <a:latin typeface="Calibri"/>
                <a:ea typeface="Calibri"/>
                <a:cs typeface="Calibri"/>
                <a:sym typeface="Arial"/>
              </a:rPr>
              <a:t>Acknowledgements</a:t>
            </a:r>
            <a:endParaRPr lang="en-US" sz="7200" dirty="0">
              <a:solidFill>
                <a:schemeClr val="bg1"/>
              </a:solidFill>
              <a:latin typeface="Calibri"/>
              <a:ea typeface="Calibri"/>
              <a:cs typeface="Calibri"/>
            </a:endParaRPr>
          </a:p>
        </p:txBody>
      </p:sp>
      <p:sp>
        <p:nvSpPr>
          <p:cNvPr id="96" name="Google Shape;96;p1"/>
          <p:cNvSpPr/>
          <p:nvPr/>
        </p:nvSpPr>
        <p:spPr>
          <a:xfrm>
            <a:off x="23938978" y="27284162"/>
            <a:ext cx="19656790" cy="1448547"/>
          </a:xfrm>
          <a:prstGeom prst="rect">
            <a:avLst/>
          </a:prstGeom>
          <a:solidFill>
            <a:srgbClr val="7BAF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7200" b="1" dirty="0">
                <a:solidFill>
                  <a:schemeClr val="bg1"/>
                </a:solidFill>
                <a:latin typeface="Calibri"/>
                <a:ea typeface="Calibri"/>
                <a:cs typeface="Calibri"/>
                <a:sym typeface="Calibri"/>
              </a:rPr>
              <a:t>References</a:t>
            </a:r>
            <a:endParaRPr lang="en-US" sz="7200">
              <a:solidFill>
                <a:schemeClr val="bg1"/>
              </a:solidFill>
              <a:latin typeface="Calibri"/>
              <a:ea typeface="Calibri"/>
              <a:cs typeface="Calibri"/>
            </a:endParaRPr>
          </a:p>
        </p:txBody>
      </p:sp>
      <p:sp>
        <p:nvSpPr>
          <p:cNvPr id="92" name="Google Shape;92;p1"/>
          <p:cNvSpPr txBox="1"/>
          <p:nvPr/>
        </p:nvSpPr>
        <p:spPr>
          <a:xfrm>
            <a:off x="24011693" y="23628745"/>
            <a:ext cx="19488740" cy="5016718"/>
          </a:xfrm>
          <a:prstGeom prst="rect">
            <a:avLst/>
          </a:prstGeom>
          <a:noFill/>
          <a:ln>
            <a:noFill/>
          </a:ln>
        </p:spPr>
        <p:txBody>
          <a:bodyPr spcFirstLastPara="1" wrap="square" lIns="91425" tIns="45700" rIns="91425" bIns="45700" anchor="t" anchorCtr="0">
            <a:spAutoFit/>
          </a:bodyPr>
          <a:lstStyle/>
          <a:p>
            <a:pPr marL="571500" indent="-571500" algn="just">
              <a:buClr>
                <a:schemeClr val="dk1"/>
              </a:buClr>
              <a:buSzPts val="4400"/>
              <a:buChar char="•"/>
            </a:pPr>
            <a:r>
              <a:rPr lang="en-US" sz="4000" dirty="0">
                <a:solidFill>
                  <a:schemeClr val="dk1"/>
                </a:solidFill>
                <a:highlight>
                  <a:srgbClr val="FFFFFF"/>
                </a:highlight>
                <a:latin typeface="Calibri"/>
                <a:ea typeface="Calibri"/>
                <a:sym typeface="Calibri"/>
              </a:rPr>
              <a:t>We developed a model that integrates gene expression and drug response data to explore TNBC heterogeneity.</a:t>
            </a:r>
            <a:endParaRPr lang="en-US" sz="4000" dirty="0">
              <a:solidFill>
                <a:schemeClr val="dk1"/>
              </a:solidFill>
              <a:highlight>
                <a:srgbClr val="FFFFFF"/>
              </a:highlight>
              <a:latin typeface="Calibri"/>
              <a:ea typeface="Calibri"/>
              <a:cs typeface="Calibri"/>
            </a:endParaRPr>
          </a:p>
          <a:p>
            <a:pPr marL="571500" indent="-571500" algn="just">
              <a:buClr>
                <a:schemeClr val="dk1"/>
              </a:buClr>
              <a:buSzPts val="4400"/>
              <a:buChar char="•"/>
            </a:pPr>
            <a:r>
              <a:rPr lang="en-US" sz="4000" dirty="0">
                <a:solidFill>
                  <a:schemeClr val="dk1"/>
                </a:solidFill>
                <a:highlight>
                  <a:srgbClr val="FFFFFF"/>
                </a:highlight>
                <a:latin typeface="Calibri"/>
                <a:ea typeface="Calibri"/>
                <a:sym typeface="Calibri"/>
              </a:rPr>
              <a:t>Our analysis revealed distinct expression patterns that may help explain differences in treatment sensitivity.</a:t>
            </a:r>
            <a:endParaRPr lang="en-US" sz="4000" dirty="0">
              <a:solidFill>
                <a:schemeClr val="dk1"/>
              </a:solidFill>
              <a:latin typeface="Calibri"/>
            </a:endParaRPr>
          </a:p>
          <a:p>
            <a:pPr marL="571500" indent="-571500" algn="just">
              <a:buClr>
                <a:schemeClr val="dk1"/>
              </a:buClr>
              <a:buSzPts val="4400"/>
              <a:buChar char="•"/>
            </a:pPr>
            <a:r>
              <a:rPr lang="en-US" sz="4000" dirty="0">
                <a:solidFill>
                  <a:schemeClr val="dk1"/>
                </a:solidFill>
                <a:highlight>
                  <a:srgbClr val="FFFFFF"/>
                </a:highlight>
                <a:latin typeface="Calibri"/>
                <a:ea typeface="Calibri"/>
                <a:sym typeface="Calibri"/>
              </a:rPr>
              <a:t>This approach provides a foundation for identifying potential drug candidates and personalizing TNBC treatment.</a:t>
            </a:r>
            <a:endParaRPr lang="en-US" sz="4000" dirty="0">
              <a:solidFill>
                <a:schemeClr val="dk1"/>
              </a:solidFill>
              <a:latin typeface="Calibri"/>
            </a:endParaRPr>
          </a:p>
          <a:p>
            <a:pPr marL="571500" indent="-571500" algn="just">
              <a:buClr>
                <a:schemeClr val="dk1"/>
              </a:buClr>
              <a:buSzPts val="4400"/>
              <a:buChar char="•"/>
            </a:pPr>
            <a:endParaRPr lang="en-US" sz="4000" dirty="0">
              <a:solidFill>
                <a:schemeClr val="dk1"/>
              </a:solidFill>
              <a:highlight>
                <a:srgbClr val="FFFFFF"/>
              </a:highlight>
              <a:latin typeface="Calibri"/>
              <a:ea typeface="Calibri"/>
              <a:cs typeface="Calibri"/>
            </a:endParaRPr>
          </a:p>
          <a:p>
            <a:pPr marL="0" marR="0" lvl="0" indent="0" algn="l" rtl="0">
              <a:spcBef>
                <a:spcPts val="0"/>
              </a:spcBef>
              <a:spcAft>
                <a:spcPts val="0"/>
              </a:spcAft>
              <a:buNone/>
            </a:pPr>
            <a:endParaRPr sz="4000" dirty="0">
              <a:solidFill>
                <a:schemeClr val="dk1"/>
              </a:solidFill>
              <a:latin typeface="Calibri"/>
              <a:ea typeface="Calibri"/>
              <a:cs typeface="Calibri"/>
            </a:endParaRPr>
          </a:p>
        </p:txBody>
      </p:sp>
      <p:sp>
        <p:nvSpPr>
          <p:cNvPr id="93" name="Google Shape;93;p1"/>
          <p:cNvSpPr txBox="1"/>
          <p:nvPr/>
        </p:nvSpPr>
        <p:spPr>
          <a:xfrm>
            <a:off x="23805137" y="28732709"/>
            <a:ext cx="19695295" cy="4185721"/>
          </a:xfrm>
          <a:prstGeom prst="rect">
            <a:avLst/>
          </a:prstGeom>
          <a:noFill/>
          <a:ln>
            <a:noFill/>
          </a:ln>
        </p:spPr>
        <p:txBody>
          <a:bodyPr spcFirstLastPara="1" wrap="square" lIns="91425" tIns="45700" rIns="91425" bIns="45700" anchor="t" anchorCtr="0">
            <a:spAutoFit/>
          </a:bodyPr>
          <a:lstStyle/>
          <a:p>
            <a:r>
              <a:rPr lang="en-US" sz="2800" baseline="30000" dirty="0">
                <a:solidFill>
                  <a:srgbClr val="222222"/>
                </a:solidFill>
                <a:latin typeface="Calibri"/>
                <a:ea typeface="Calibri"/>
                <a:cs typeface="Calibri"/>
              </a:rPr>
              <a:t>1</a:t>
            </a:r>
            <a:r>
              <a:rPr lang="en-US" sz="2800" dirty="0">
                <a:solidFill>
                  <a:srgbClr val="222222"/>
                </a:solidFill>
                <a:latin typeface="Calibri"/>
                <a:ea typeface="Calibri"/>
                <a:cs typeface="Calibri"/>
              </a:rPr>
              <a:t>Wang, Yue, et al. </a:t>
            </a:r>
            <a:r>
              <a:rPr lang="en-US" sz="2800" i="1" dirty="0">
                <a:solidFill>
                  <a:srgbClr val="222222"/>
                </a:solidFill>
                <a:latin typeface="Calibri"/>
                <a:ea typeface="Calibri"/>
                <a:cs typeface="Calibri"/>
              </a:rPr>
              <a:t>A Multimodal Framework to Uncover Drug-Responsive Subpopulations in Triple-Negative Breast Cancer</a:t>
            </a:r>
            <a:r>
              <a:rPr lang="en-US" sz="2800" dirty="0">
                <a:solidFill>
                  <a:srgbClr val="222222"/>
                </a:solidFill>
                <a:latin typeface="Calibri"/>
                <a:ea typeface="Calibri"/>
                <a:cs typeface="Calibri"/>
              </a:rPr>
              <a:t>. bioRxiv, 19 Feb. 2025. </a:t>
            </a:r>
            <a:r>
              <a:rPr lang="en-US" sz="2800" i="1" dirty="0">
                <a:solidFill>
                  <a:srgbClr val="222222"/>
                </a:solidFill>
                <a:latin typeface="Calibri"/>
                <a:ea typeface="Calibri"/>
                <a:cs typeface="Calibri"/>
              </a:rPr>
              <a:t>bioRxiv</a:t>
            </a:r>
            <a:r>
              <a:rPr lang="en-US" sz="2800" dirty="0">
                <a:solidFill>
                  <a:srgbClr val="222222"/>
                </a:solidFill>
                <a:latin typeface="Calibri"/>
                <a:ea typeface="Calibri"/>
                <a:cs typeface="Calibri"/>
              </a:rPr>
              <a:t>,Figure 1B, p. 23.</a:t>
            </a:r>
            <a:endParaRPr lang="en-US" sz="2800" dirty="0">
              <a:solidFill>
                <a:srgbClr val="0563C1"/>
              </a:solidFill>
              <a:latin typeface="Calibri"/>
              <a:ea typeface="Calibri"/>
              <a:cs typeface="Calibri"/>
            </a:endParaRPr>
          </a:p>
          <a:p>
            <a:r>
              <a:rPr lang="en-US" sz="2800" dirty="0">
                <a:solidFill>
                  <a:srgbClr val="212121"/>
                </a:solidFill>
                <a:latin typeface="Calibri"/>
                <a:ea typeface="Calibri"/>
                <a:cs typeface="Calibri"/>
              </a:rPr>
              <a:t>Dass, Sylvia Annabel et al. “Triple Negative Breast Cancer: A Review of Present and Future Diagnostic Modalities.” </a:t>
            </a:r>
            <a:r>
              <a:rPr lang="en-US" sz="2800" i="1" dirty="0">
                <a:solidFill>
                  <a:srgbClr val="212121"/>
                </a:solidFill>
                <a:latin typeface="Calibri"/>
                <a:ea typeface="Calibri"/>
                <a:cs typeface="Calibri"/>
              </a:rPr>
              <a:t>Medicina (Kaunas, Lithuania)</a:t>
            </a:r>
            <a:r>
              <a:rPr lang="en-US" sz="2800" dirty="0">
                <a:solidFill>
                  <a:srgbClr val="212121"/>
                </a:solidFill>
                <a:latin typeface="Calibri"/>
                <a:ea typeface="Calibri"/>
                <a:cs typeface="Calibri"/>
              </a:rPr>
              <a:t> vol. 57,1 62. 12 Jan. 2021, doi:10.3390/medicina57010062</a:t>
            </a:r>
          </a:p>
          <a:p>
            <a:r>
              <a:rPr lang="en-US" sz="2800" dirty="0">
                <a:solidFill>
                  <a:srgbClr val="212121"/>
                </a:solidFill>
                <a:latin typeface="Calibri"/>
                <a:ea typeface="Calibri"/>
                <a:cs typeface="Calibri"/>
              </a:rPr>
              <a:t>Created images in methods using biorender</a:t>
            </a:r>
            <a:endParaRPr lang="en-US" sz="2800" dirty="0">
              <a:latin typeface="Calibri"/>
              <a:ea typeface="Calibri"/>
              <a:cs typeface="Calibri"/>
            </a:endParaRPr>
          </a:p>
          <a:p>
            <a:pPr marL="0" marR="0" lvl="0" indent="0" algn="l" rtl="0">
              <a:spcBef>
                <a:spcPts val="0"/>
              </a:spcBef>
              <a:spcAft>
                <a:spcPts val="0"/>
              </a:spcAft>
              <a:buNone/>
            </a:pPr>
            <a:endParaRPr lang="en-US" sz="3000" u="sng" dirty="0">
              <a:solidFill>
                <a:srgbClr val="0563C1"/>
              </a:solidFill>
              <a:latin typeface="Calibri"/>
              <a:ea typeface="Calibri"/>
              <a:cs typeface="Calibri"/>
            </a:endParaRPr>
          </a:p>
          <a:p>
            <a:endParaRPr lang="en-GB" sz="3000" dirty="0">
              <a:solidFill>
                <a:srgbClr val="222222"/>
              </a:solidFill>
              <a:latin typeface="Calibri"/>
              <a:ea typeface="Calibri"/>
              <a:cs typeface="Calibri"/>
            </a:endParaRPr>
          </a:p>
          <a:p>
            <a:endParaRPr lang="en-GB" sz="3000" dirty="0">
              <a:solidFill>
                <a:srgbClr val="222222"/>
              </a:solidFill>
              <a:latin typeface="Calibri"/>
              <a:ea typeface="Calibri"/>
              <a:cs typeface="Calibri"/>
            </a:endParaRPr>
          </a:p>
          <a:p>
            <a:endParaRPr lang="en-GB" sz="3600" dirty="0">
              <a:solidFill>
                <a:schemeClr val="dk1"/>
              </a:solidFill>
              <a:latin typeface="Calibri"/>
              <a:ea typeface="Calibri"/>
              <a:cs typeface="Calibri"/>
            </a:endParaRPr>
          </a:p>
        </p:txBody>
      </p:sp>
      <p:sp>
        <p:nvSpPr>
          <p:cNvPr id="95" name="Google Shape;95;p1"/>
          <p:cNvSpPr txBox="1"/>
          <p:nvPr/>
        </p:nvSpPr>
        <p:spPr>
          <a:xfrm>
            <a:off x="23766721" y="32402472"/>
            <a:ext cx="17044354" cy="17542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i="0" u="none" strike="noStrike" dirty="0">
                <a:solidFill>
                  <a:srgbClr val="000000"/>
                </a:solidFill>
                <a:latin typeface="Calibri"/>
                <a:ea typeface="Calibri"/>
                <a:cs typeface="Calibri"/>
                <a:sym typeface="Calibri"/>
              </a:rPr>
              <a:t>EDGE Genomics is supporte</a:t>
            </a:r>
            <a:r>
              <a:rPr lang="en-US" sz="2400" dirty="0">
                <a:solidFill>
                  <a:srgbClr val="000000"/>
                </a:solidFill>
                <a:latin typeface="Calibri"/>
                <a:ea typeface="Calibri"/>
                <a:cs typeface="Calibri"/>
                <a:sym typeface="Calibri"/>
              </a:rPr>
              <a:t>d by </a:t>
            </a:r>
            <a:r>
              <a:rPr lang="en-US" sz="2400" i="0" u="none" strike="noStrike" dirty="0">
                <a:solidFill>
                  <a:srgbClr val="000000"/>
                </a:solidFill>
                <a:latin typeface="Calibri"/>
                <a:ea typeface="Calibri"/>
                <a:cs typeface="Calibri"/>
                <a:sym typeface="Calibri"/>
              </a:rPr>
              <a:t>NHGRI (grant #5R25HG012219-02) and the UNC Program for Precision Medicine in Health Care</a:t>
            </a:r>
          </a:p>
          <a:p>
            <a:pPr marL="0" marR="0" lvl="0" indent="0" algn="l" rtl="0">
              <a:spcBef>
                <a:spcPts val="0"/>
              </a:spcBef>
              <a:spcAft>
                <a:spcPts val="0"/>
              </a:spcAft>
              <a:buNone/>
            </a:pPr>
            <a:br>
              <a:rPr lang="en-US" sz="2400" u="sng" dirty="0">
                <a:latin typeface="Calibri"/>
                <a:ea typeface="Calibri"/>
                <a:cs typeface="Calibri"/>
              </a:rPr>
            </a:br>
            <a:br>
              <a:rPr lang="en-US" sz="3000" u="sng" dirty="0">
                <a:latin typeface="Calibri"/>
                <a:ea typeface="Calibri"/>
                <a:cs typeface="Calibri"/>
              </a:rPr>
            </a:br>
            <a:endParaRPr lang="en-US" sz="3000" u="sng" dirty="0">
              <a:solidFill>
                <a:schemeClr val="dk1"/>
              </a:solidFill>
              <a:latin typeface="Calibri"/>
              <a:ea typeface="Calibri"/>
              <a:cs typeface="Calibri"/>
            </a:endParaRPr>
          </a:p>
        </p:txBody>
      </p:sp>
      <p:sp>
        <p:nvSpPr>
          <p:cNvPr id="30" name="TextBox 29">
            <a:extLst>
              <a:ext uri="{FF2B5EF4-FFF2-40B4-BE49-F238E27FC236}">
                <a16:creationId xmlns:a16="http://schemas.microsoft.com/office/drawing/2014/main" id="{1AE76BCF-5A62-CCF2-7154-22DD1C0334DD}"/>
              </a:ext>
            </a:extLst>
          </p:cNvPr>
          <p:cNvSpPr txBox="1"/>
          <p:nvPr/>
        </p:nvSpPr>
        <p:spPr>
          <a:xfrm>
            <a:off x="23766721" y="19640490"/>
            <a:ext cx="2000130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dirty="0">
                <a:latin typeface="Calibri" panose="020F0502020204030204" pitchFamily="34" charset="0"/>
                <a:cs typeface="Calibri" panose="020F0502020204030204" pitchFamily="34" charset="0"/>
              </a:rPr>
              <a:t>State-Specific Drug Sensitivities in TNBC Cell Lines </a:t>
            </a:r>
            <a:r>
              <a:rPr lang="en-US" sz="3600" dirty="0">
                <a:latin typeface="Calibri" panose="020F0502020204030204" pitchFamily="34" charset="0"/>
                <a:cs typeface="Calibri" panose="020F0502020204030204" pitchFamily="34" charset="0"/>
              </a:rPr>
              <a:t>are revealed by strong negative correlations between F0–F2 state expression and compound AUC values, suggesting cell state influences treatment response. Representative compounds include Bax channel blocker (apoptosis inhibitor, F0), Palmostatin B (Ras inhibitor, F1), and PI-103 (PI3K inhibitor, F2)</a:t>
            </a:r>
            <a:endParaRPr lang="en-GB" sz="1000" dirty="0">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043D8734-1B99-A5F6-EDD2-55896533E560}"/>
              </a:ext>
            </a:extLst>
          </p:cNvPr>
          <p:cNvSpPr txBox="1"/>
          <p:nvPr/>
        </p:nvSpPr>
        <p:spPr>
          <a:xfrm>
            <a:off x="32568275" y="19116876"/>
            <a:ext cx="1034085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200" dirty="0">
                <a:latin typeface="Calibri"/>
              </a:rPr>
              <a:t>Compound AUC</a:t>
            </a:r>
          </a:p>
        </p:txBody>
      </p:sp>
      <p:pic>
        <p:nvPicPr>
          <p:cNvPr id="6" name="Picture 5" descr="Diagram of a cell line&#10;&#10;AI-generated content may be incorrect.">
            <a:extLst>
              <a:ext uri="{FF2B5EF4-FFF2-40B4-BE49-F238E27FC236}">
                <a16:creationId xmlns:a16="http://schemas.microsoft.com/office/drawing/2014/main" id="{EA3A0210-B609-F38C-1987-25D519A93102}"/>
              </a:ext>
            </a:extLst>
          </p:cNvPr>
          <p:cNvPicPr>
            <a:picLocks noChangeAspect="1"/>
          </p:cNvPicPr>
          <p:nvPr/>
        </p:nvPicPr>
        <p:blipFill>
          <a:blip r:embed="rId3"/>
          <a:srcRect l="3051" t="28100" r="17921" b="9831"/>
          <a:stretch>
            <a:fillRect/>
          </a:stretch>
        </p:blipFill>
        <p:spPr>
          <a:xfrm>
            <a:off x="123175" y="13991162"/>
            <a:ext cx="22130553" cy="7372755"/>
          </a:xfrm>
          <a:prstGeom prst="rect">
            <a:avLst/>
          </a:prstGeom>
        </p:spPr>
      </p:pic>
      <p:pic>
        <p:nvPicPr>
          <p:cNvPr id="18" name="Picture 17" descr="A diagram of a cell line&#10;&#10;AI-generated content may be incorrect.">
            <a:extLst>
              <a:ext uri="{FF2B5EF4-FFF2-40B4-BE49-F238E27FC236}">
                <a16:creationId xmlns:a16="http://schemas.microsoft.com/office/drawing/2014/main" id="{796E5AF7-E47B-82BE-4D3D-2BBB2D440724}"/>
              </a:ext>
            </a:extLst>
          </p:cNvPr>
          <p:cNvPicPr>
            <a:picLocks noChangeAspect="1"/>
          </p:cNvPicPr>
          <p:nvPr/>
        </p:nvPicPr>
        <p:blipFill>
          <a:blip r:embed="rId4"/>
          <a:srcRect l="-5867" t="-4102" r="-287" b="9204"/>
          <a:stretch>
            <a:fillRect/>
          </a:stretch>
        </p:blipFill>
        <p:spPr>
          <a:xfrm>
            <a:off x="29168125" y="7453404"/>
            <a:ext cx="6913102" cy="6896939"/>
          </a:xfrm>
          <a:prstGeom prst="rect">
            <a:avLst/>
          </a:prstGeom>
        </p:spPr>
      </p:pic>
      <p:sp>
        <p:nvSpPr>
          <p:cNvPr id="84" name="Google Shape;84;p1"/>
          <p:cNvSpPr/>
          <p:nvPr/>
        </p:nvSpPr>
        <p:spPr>
          <a:xfrm>
            <a:off x="0" y="-32659"/>
            <a:ext cx="43891200" cy="5632200"/>
          </a:xfrm>
          <a:prstGeom prst="rect">
            <a:avLst/>
          </a:prstGeom>
          <a:solidFill>
            <a:srgbClr val="BBD6EE"/>
          </a:solidFill>
          <a:ln>
            <a:solidFill>
              <a:srgbClr val="4472C4"/>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5" name="Google Shape;85;p1"/>
          <p:cNvSpPr txBox="1"/>
          <p:nvPr/>
        </p:nvSpPr>
        <p:spPr>
          <a:xfrm>
            <a:off x="8418338" y="772394"/>
            <a:ext cx="25081500" cy="492438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600" b="1" dirty="0">
                <a:solidFill>
                  <a:srgbClr val="002060"/>
                </a:solidFill>
                <a:latin typeface="Calibri"/>
                <a:ea typeface="Calibri"/>
                <a:cs typeface="Calibri"/>
                <a:sym typeface="Calibri"/>
              </a:rPr>
              <a:t>Integrating Gene Expression and Drug Response to Explore Triple-Negative Breast Cancer (TNBC) Heterogeneity</a:t>
            </a:r>
            <a:endParaRPr lang="en-US" sz="7600" dirty="0">
              <a:latin typeface="Calibri"/>
              <a:ea typeface="Calibri"/>
              <a:cs typeface="Calibri"/>
            </a:endParaRPr>
          </a:p>
          <a:p>
            <a:pPr marL="0" marR="0" lvl="0" indent="0" algn="ctr" rtl="0">
              <a:spcBef>
                <a:spcPts val="0"/>
              </a:spcBef>
              <a:spcAft>
                <a:spcPts val="0"/>
              </a:spcAft>
              <a:buNone/>
            </a:pPr>
            <a:r>
              <a:rPr lang="en-US" sz="6600" dirty="0">
                <a:solidFill>
                  <a:srgbClr val="2867A2"/>
                </a:solidFill>
                <a:latin typeface="Calibri"/>
                <a:ea typeface="Calibri"/>
                <a:cs typeface="Calibri"/>
                <a:sym typeface="Calibri"/>
              </a:rPr>
              <a:t>Riham Abdu</a:t>
            </a:r>
            <a:r>
              <a:rPr lang="en-US" sz="6600" baseline="30000" dirty="0">
                <a:solidFill>
                  <a:srgbClr val="2867A2"/>
                </a:solidFill>
                <a:latin typeface="Calibri"/>
                <a:ea typeface="Calibri"/>
                <a:cs typeface="Calibri"/>
                <a:sym typeface="Calibri"/>
              </a:rPr>
              <a:t>1</a:t>
            </a:r>
            <a:r>
              <a:rPr lang="en-US" sz="6600" dirty="0">
                <a:solidFill>
                  <a:srgbClr val="2867A2"/>
                </a:solidFill>
                <a:latin typeface="Calibri"/>
                <a:ea typeface="Calibri"/>
                <a:cs typeface="Calibri"/>
                <a:sym typeface="Calibri"/>
              </a:rPr>
              <a:t>, Yue Wang</a:t>
            </a:r>
            <a:r>
              <a:rPr lang="en-US" sz="6600" baseline="30000" dirty="0">
                <a:solidFill>
                  <a:srgbClr val="2867A2"/>
                </a:solidFill>
                <a:latin typeface="Calibri"/>
                <a:ea typeface="Calibri"/>
                <a:cs typeface="Calibri"/>
                <a:sym typeface="Calibri"/>
              </a:rPr>
              <a:t>2</a:t>
            </a:r>
            <a:r>
              <a:rPr lang="en-US" sz="6600" dirty="0">
                <a:solidFill>
                  <a:srgbClr val="2867A2"/>
                </a:solidFill>
                <a:latin typeface="Calibri"/>
                <a:ea typeface="Calibri"/>
                <a:cs typeface="Calibri"/>
                <a:sym typeface="Calibri"/>
              </a:rPr>
              <a:t>, Elizabeth Brunk</a:t>
            </a:r>
            <a:r>
              <a:rPr lang="en-US" sz="6600" baseline="30000" dirty="0">
                <a:solidFill>
                  <a:srgbClr val="2867A2"/>
                </a:solidFill>
                <a:latin typeface="Calibri"/>
                <a:ea typeface="Calibri"/>
                <a:cs typeface="Calibri"/>
                <a:sym typeface="Calibri"/>
              </a:rPr>
              <a:t>2,3</a:t>
            </a:r>
            <a:endParaRPr sz="6600" baseline="30000" dirty="0">
              <a:solidFill>
                <a:srgbClr val="2867A2"/>
              </a:solidFill>
              <a:latin typeface="Calibri"/>
              <a:ea typeface="Calibri"/>
              <a:cs typeface="Calibri"/>
            </a:endParaRPr>
          </a:p>
          <a:p>
            <a:pPr marL="457200" indent="-514350" algn="ctr">
              <a:buClr>
                <a:srgbClr val="2867A2"/>
              </a:buClr>
              <a:buSzPts val="4500"/>
              <a:buFont typeface="Calibri"/>
              <a:buAutoNum type="arabicPeriod"/>
            </a:pPr>
            <a:r>
              <a:rPr lang="en-US" sz="4800" i="0" u="none" strike="noStrike" cap="none" dirty="0">
                <a:solidFill>
                  <a:srgbClr val="2867A2"/>
                </a:solidFill>
                <a:latin typeface="Calibri"/>
                <a:ea typeface="Calibri"/>
                <a:cs typeface="Calibri"/>
                <a:sym typeface="Calibri"/>
              </a:rPr>
              <a:t>Department of </a:t>
            </a:r>
            <a:r>
              <a:rPr lang="en-US" sz="4800" dirty="0">
                <a:solidFill>
                  <a:srgbClr val="2867A2"/>
                </a:solidFill>
                <a:latin typeface="Calibri"/>
                <a:ea typeface="Calibri"/>
                <a:cs typeface="Calibri"/>
                <a:sym typeface="Calibri"/>
              </a:rPr>
              <a:t>Genetics, 2</a:t>
            </a:r>
            <a:r>
              <a:rPr lang="en-US" sz="4800" i="0" u="none" strike="noStrike" cap="none" dirty="0">
                <a:solidFill>
                  <a:srgbClr val="2867A2"/>
                </a:solidFill>
                <a:latin typeface="Calibri"/>
                <a:ea typeface="Calibri"/>
                <a:cs typeface="Calibri"/>
                <a:sym typeface="Calibri"/>
              </a:rPr>
              <a:t>. Department of Pharmacology, 3. Department of Chemistry University of North Carolina at Chapel Hill, Chapel Hill, NC</a:t>
            </a:r>
            <a:endParaRPr sz="4800" i="0" u="none" strike="noStrike" cap="none" dirty="0">
              <a:solidFill>
                <a:srgbClr val="2867A2"/>
              </a:solidFill>
              <a:latin typeface="Calibri"/>
              <a:ea typeface="Calibri"/>
              <a:cs typeface="Calibri"/>
            </a:endParaRPr>
          </a:p>
        </p:txBody>
      </p:sp>
      <p:sp>
        <p:nvSpPr>
          <p:cNvPr id="90" name="Google Shape;90;p1"/>
          <p:cNvSpPr txBox="1"/>
          <p:nvPr/>
        </p:nvSpPr>
        <p:spPr>
          <a:xfrm>
            <a:off x="1" y="7412008"/>
            <a:ext cx="21060580" cy="5539938"/>
          </a:xfrm>
          <a:prstGeom prst="rect">
            <a:avLst/>
          </a:prstGeom>
          <a:noFill/>
          <a:ln>
            <a:noFill/>
          </a:ln>
        </p:spPr>
        <p:txBody>
          <a:bodyPr spcFirstLastPara="1" wrap="square" lIns="91425" tIns="45700" rIns="91425" bIns="45700" anchor="t" anchorCtr="0">
            <a:spAutoFit/>
          </a:bodyPr>
          <a:lstStyle/>
          <a:p>
            <a:pPr marL="1028700" indent="-571500" algn="just">
              <a:spcBef>
                <a:spcPts val="1200"/>
              </a:spcBef>
              <a:buChar char="•"/>
            </a:pPr>
            <a:r>
              <a:rPr lang="en-US" sz="4000" dirty="0">
                <a:solidFill>
                  <a:schemeClr val="dk1"/>
                </a:solidFill>
                <a:latin typeface="Calibri" panose="020F0502020204030204" pitchFamily="34" charset="0"/>
                <a:ea typeface="Calibri"/>
                <a:cs typeface="Calibri" panose="020F0502020204030204" pitchFamily="34" charset="0"/>
                <a:sym typeface="Calibri"/>
              </a:rPr>
              <a:t>Triple-negative breast cancer (TNBC) makes up about 10–15% of all breast cancer cases and is known for its poor prognosis and high relapse rate within five years. TNBC lacks HER2, PR, and ER expression, and thus has no effective targeted therapies available yet. Its high heterogeneity leads to unpredictable treatment responses.</a:t>
            </a:r>
            <a:endParaRPr lang="en-US" sz="4000" dirty="0">
              <a:solidFill>
                <a:schemeClr val="dk1"/>
              </a:solidFill>
              <a:latin typeface="Calibri" panose="020F0502020204030204" pitchFamily="34" charset="0"/>
              <a:ea typeface="Calibri"/>
              <a:cs typeface="Calibri" panose="020F0502020204030204" pitchFamily="34" charset="0"/>
            </a:endParaRPr>
          </a:p>
          <a:p>
            <a:pPr marL="1028700" indent="-571500" algn="just">
              <a:spcBef>
                <a:spcPts val="1200"/>
              </a:spcBef>
              <a:buChar char="•"/>
            </a:pPr>
            <a:r>
              <a:rPr lang="en-US" sz="4000" dirty="0">
                <a:solidFill>
                  <a:schemeClr val="dk1"/>
                </a:solidFill>
                <a:latin typeface="Calibri" panose="020F0502020204030204" pitchFamily="34" charset="0"/>
                <a:ea typeface="Calibri"/>
                <a:cs typeface="Calibri" panose="020F0502020204030204" pitchFamily="34" charset="0"/>
                <a:sym typeface="Calibri"/>
              </a:rPr>
              <a:t>Our aim was to analyze gene expression and drug response data from TNBC cell lines to uncover gene patterns that define distinct cell states and explore how these relate to differences in drug sensitivity.</a:t>
            </a:r>
            <a:endParaRPr lang="en-US" sz="4000" dirty="0">
              <a:solidFill>
                <a:schemeClr val="dk1"/>
              </a:solidFill>
              <a:latin typeface="Calibri" panose="020F0502020204030204" pitchFamily="34" charset="0"/>
              <a:ea typeface="Calibri"/>
              <a:cs typeface="Calibri" panose="020F0502020204030204" pitchFamily="34" charset="0"/>
            </a:endParaRPr>
          </a:p>
          <a:p>
            <a:pPr marL="457200" algn="just">
              <a:spcBef>
                <a:spcPts val="1200"/>
              </a:spcBef>
            </a:pPr>
            <a:endParaRPr lang="en-US" sz="4400" dirty="0">
              <a:solidFill>
                <a:schemeClr val="dk1"/>
              </a:solidFill>
              <a:latin typeface="Calibri"/>
              <a:ea typeface="Calibri"/>
              <a:cs typeface="Calibri"/>
            </a:endParaRPr>
          </a:p>
        </p:txBody>
      </p:sp>
      <p:sp>
        <p:nvSpPr>
          <p:cNvPr id="91" name="Google Shape;91;p1"/>
          <p:cNvSpPr txBox="1"/>
          <p:nvPr/>
        </p:nvSpPr>
        <p:spPr>
          <a:xfrm>
            <a:off x="924300" y="18048483"/>
            <a:ext cx="134805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latin typeface="Calibri"/>
              <a:ea typeface="Calibri"/>
              <a:cs typeface="Calibri"/>
            </a:endParaRPr>
          </a:p>
        </p:txBody>
      </p:sp>
      <p:pic>
        <p:nvPicPr>
          <p:cNvPr id="98" name="Google Shape;98;p1" descr="A white rectangular sign with blue text&#10;&#10;AI-generated content may be incorrect."/>
          <p:cNvPicPr preferRelativeResize="0"/>
          <p:nvPr/>
        </p:nvPicPr>
        <p:blipFill rotWithShape="1">
          <a:blip r:embed="rId5">
            <a:alphaModFix/>
          </a:blip>
          <a:srcRect/>
          <a:stretch/>
        </p:blipFill>
        <p:spPr>
          <a:xfrm>
            <a:off x="36556725" y="1162486"/>
            <a:ext cx="5546412" cy="3355074"/>
          </a:xfrm>
          <a:prstGeom prst="rect">
            <a:avLst/>
          </a:prstGeom>
          <a:noFill/>
          <a:ln>
            <a:noFill/>
          </a:ln>
        </p:spPr>
      </p:pic>
      <p:sp>
        <p:nvSpPr>
          <p:cNvPr id="5" name="TextBox 4">
            <a:extLst>
              <a:ext uri="{FF2B5EF4-FFF2-40B4-BE49-F238E27FC236}">
                <a16:creationId xmlns:a16="http://schemas.microsoft.com/office/drawing/2014/main" id="{F21256BC-7D11-F09E-B67B-74EFAC915E1D}"/>
              </a:ext>
            </a:extLst>
          </p:cNvPr>
          <p:cNvSpPr txBox="1"/>
          <p:nvPr/>
        </p:nvSpPr>
        <p:spPr>
          <a:xfrm>
            <a:off x="409642" y="29882646"/>
            <a:ext cx="2062722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b="1" dirty="0">
                <a:solidFill>
                  <a:schemeClr val="dk1"/>
                </a:solidFill>
                <a:latin typeface="Calibri"/>
                <a:ea typeface="Calibri"/>
                <a:cs typeface="Calibri"/>
              </a:rPr>
              <a:t>Gene Expression Patterns Differentiate TNBC Cell Lines</a:t>
            </a:r>
            <a:r>
              <a:rPr lang="en-GB" sz="3600" dirty="0">
                <a:solidFill>
                  <a:schemeClr val="dk1"/>
                </a:solidFill>
                <a:latin typeface="Calibri"/>
                <a:ea typeface="Calibri"/>
                <a:cs typeface="Calibri"/>
              </a:rPr>
              <a:t> by highlighting FXYD3, GSTP1, and VIM as representatives from a set of 524 key genes identified through our workflow. Red points mark TNBC cell lines, and the distinct expression patterns suggest these genes could help group TNBCs with similar treatment responses.</a:t>
            </a:r>
            <a:endParaRPr lang="en-US" sz="3600" dirty="0">
              <a:solidFill>
                <a:schemeClr val="dk1"/>
              </a:solidFill>
              <a:latin typeface="Calibri"/>
              <a:ea typeface="Calibri"/>
              <a:cs typeface="Calibri"/>
            </a:endParaRPr>
          </a:p>
        </p:txBody>
      </p:sp>
      <p:sp>
        <p:nvSpPr>
          <p:cNvPr id="17" name="TextBox 16">
            <a:extLst>
              <a:ext uri="{FF2B5EF4-FFF2-40B4-BE49-F238E27FC236}">
                <a16:creationId xmlns:a16="http://schemas.microsoft.com/office/drawing/2014/main" id="{7D8BF3B0-0CEE-4AEE-0C81-530FB8EE764F}"/>
              </a:ext>
            </a:extLst>
          </p:cNvPr>
          <p:cNvSpPr txBox="1"/>
          <p:nvPr/>
        </p:nvSpPr>
        <p:spPr>
          <a:xfrm rot="16200000">
            <a:off x="-2543543" y="24560268"/>
            <a:ext cx="636803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latin typeface="Calibri"/>
              </a:rPr>
              <a:t>FXYD3 Gene Expression</a:t>
            </a:r>
          </a:p>
        </p:txBody>
      </p:sp>
      <p:sp>
        <p:nvSpPr>
          <p:cNvPr id="29" name="Google Shape;89;p1">
            <a:extLst>
              <a:ext uri="{FF2B5EF4-FFF2-40B4-BE49-F238E27FC236}">
                <a16:creationId xmlns:a16="http://schemas.microsoft.com/office/drawing/2014/main" id="{4CA0168C-D83F-957D-0FB9-5578748A10CB}"/>
              </a:ext>
            </a:extLst>
          </p:cNvPr>
          <p:cNvSpPr/>
          <p:nvPr/>
        </p:nvSpPr>
        <p:spPr>
          <a:xfrm>
            <a:off x="418011" y="5732765"/>
            <a:ext cx="20600591" cy="1707335"/>
          </a:xfrm>
          <a:prstGeom prst="rect">
            <a:avLst/>
          </a:prstGeom>
          <a:solidFill>
            <a:srgbClr val="7BAF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7200" b="1" dirty="0">
                <a:solidFill>
                  <a:schemeClr val="bg1"/>
                </a:solidFill>
                <a:latin typeface="Calibri"/>
                <a:ea typeface="Calibri"/>
                <a:cs typeface="Calibri"/>
                <a:sym typeface="Calibri"/>
              </a:rPr>
              <a:t>Introduction</a:t>
            </a:r>
            <a:endParaRPr lang="en-US" sz="7200" b="1" i="0" u="none" strike="noStrike" cap="none" dirty="0">
              <a:solidFill>
                <a:schemeClr val="bg1"/>
              </a:solidFill>
              <a:latin typeface="Calibri"/>
              <a:ea typeface="Calibri"/>
              <a:cs typeface="Calibri"/>
            </a:endParaRPr>
          </a:p>
        </p:txBody>
      </p:sp>
      <p:sp>
        <p:nvSpPr>
          <p:cNvPr id="31" name="Google Shape;89;p1">
            <a:extLst>
              <a:ext uri="{FF2B5EF4-FFF2-40B4-BE49-F238E27FC236}">
                <a16:creationId xmlns:a16="http://schemas.microsoft.com/office/drawing/2014/main" id="{4F41E09B-B07D-C5D6-0C0A-B988BAC7D7DB}"/>
              </a:ext>
            </a:extLst>
          </p:cNvPr>
          <p:cNvSpPr/>
          <p:nvPr/>
        </p:nvSpPr>
        <p:spPr>
          <a:xfrm>
            <a:off x="418011" y="12257081"/>
            <a:ext cx="20615941" cy="1603819"/>
          </a:xfrm>
          <a:prstGeom prst="rect">
            <a:avLst/>
          </a:prstGeom>
          <a:solidFill>
            <a:srgbClr val="7BAF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7200" b="1" dirty="0">
                <a:solidFill>
                  <a:schemeClr val="bg1"/>
                </a:solidFill>
                <a:latin typeface="Calibri"/>
                <a:ea typeface="Calibri"/>
                <a:cs typeface="Calibri"/>
                <a:sym typeface="Calibri"/>
              </a:rPr>
              <a:t>Methods</a:t>
            </a:r>
            <a:endParaRPr lang="en-US" sz="7200" b="1" i="0" u="none" strike="noStrike" cap="none" dirty="0">
              <a:solidFill>
                <a:schemeClr val="bg1"/>
              </a:solidFill>
              <a:latin typeface="Calibri"/>
              <a:ea typeface="Calibri"/>
              <a:cs typeface="Calibri"/>
            </a:endParaRPr>
          </a:p>
        </p:txBody>
      </p:sp>
      <p:sp>
        <p:nvSpPr>
          <p:cNvPr id="32" name="Google Shape;89;p1">
            <a:extLst>
              <a:ext uri="{FF2B5EF4-FFF2-40B4-BE49-F238E27FC236}">
                <a16:creationId xmlns:a16="http://schemas.microsoft.com/office/drawing/2014/main" id="{2D4247D8-A6A2-F61F-53D4-6E869E149CA3}"/>
              </a:ext>
            </a:extLst>
          </p:cNvPr>
          <p:cNvSpPr/>
          <p:nvPr/>
        </p:nvSpPr>
        <p:spPr>
          <a:xfrm>
            <a:off x="418011" y="21802049"/>
            <a:ext cx="20627220" cy="1603819"/>
          </a:xfrm>
          <a:prstGeom prst="rect">
            <a:avLst/>
          </a:prstGeom>
          <a:solidFill>
            <a:srgbClr val="7BAFD4"/>
          </a:solidFill>
          <a:ln>
            <a:noFill/>
          </a:ln>
        </p:spPr>
        <p:txBody>
          <a:bodyPr spcFirstLastPara="1" wrap="square" lIns="91425" tIns="45700" rIns="91425" bIns="45700" anchor="ctr" anchorCtr="0">
            <a:noAutofit/>
          </a:bodyPr>
          <a:lstStyle/>
          <a:p>
            <a:pPr algn="ctr"/>
            <a:r>
              <a:rPr lang="en-US" sz="7200" b="1" dirty="0">
                <a:solidFill>
                  <a:schemeClr val="bg1"/>
                </a:solidFill>
                <a:latin typeface="Calibri"/>
                <a:ea typeface="Calibri"/>
                <a:cs typeface="Calibri"/>
                <a:sym typeface="Calibri"/>
              </a:rPr>
              <a:t>Gene Selection Results</a:t>
            </a:r>
            <a:endParaRPr lang="en-US" sz="7200" b="1" i="0" u="none" strike="noStrike" cap="none" dirty="0">
              <a:solidFill>
                <a:schemeClr val="bg1"/>
              </a:solidFill>
              <a:latin typeface="Calibri"/>
              <a:ea typeface="Calibri"/>
              <a:cs typeface="Calibri"/>
            </a:endParaRPr>
          </a:p>
        </p:txBody>
      </p:sp>
      <p:sp>
        <p:nvSpPr>
          <p:cNvPr id="33" name="Google Shape;89;p1">
            <a:extLst>
              <a:ext uri="{FF2B5EF4-FFF2-40B4-BE49-F238E27FC236}">
                <a16:creationId xmlns:a16="http://schemas.microsoft.com/office/drawing/2014/main" id="{152D987C-C47B-3A51-05D9-365BADD15349}"/>
              </a:ext>
            </a:extLst>
          </p:cNvPr>
          <p:cNvSpPr/>
          <p:nvPr/>
        </p:nvSpPr>
        <p:spPr>
          <a:xfrm>
            <a:off x="23570763" y="5808189"/>
            <a:ext cx="20025244" cy="1603819"/>
          </a:xfrm>
          <a:prstGeom prst="rect">
            <a:avLst/>
          </a:prstGeom>
          <a:solidFill>
            <a:srgbClr val="7BAFD4"/>
          </a:solidFill>
          <a:ln>
            <a:noFill/>
          </a:ln>
        </p:spPr>
        <p:txBody>
          <a:bodyPr spcFirstLastPara="1" wrap="square" lIns="91425" tIns="45700" rIns="91425" bIns="45700" anchor="ctr" anchorCtr="0">
            <a:noAutofit/>
          </a:bodyPr>
          <a:lstStyle/>
          <a:p>
            <a:pPr algn="ctr"/>
            <a:r>
              <a:rPr lang="en-US" sz="7200" b="1" dirty="0">
                <a:solidFill>
                  <a:schemeClr val="bg1"/>
                </a:solidFill>
                <a:latin typeface="Calibri"/>
                <a:ea typeface="Calibri"/>
                <a:cs typeface="Calibri"/>
                <a:sym typeface="Calibri"/>
              </a:rPr>
              <a:t>Drug Sensitivity Results</a:t>
            </a:r>
            <a:endParaRPr lang="en-US" sz="7200" b="1" i="0" u="none" strike="noStrike" cap="none" dirty="0">
              <a:solidFill>
                <a:schemeClr val="bg1"/>
              </a:solidFill>
              <a:latin typeface="Calibri"/>
              <a:ea typeface="Calibri"/>
              <a:cs typeface="Calibri"/>
            </a:endParaRPr>
          </a:p>
        </p:txBody>
      </p:sp>
      <p:sp>
        <p:nvSpPr>
          <p:cNvPr id="7" name="TextBox 6">
            <a:extLst>
              <a:ext uri="{FF2B5EF4-FFF2-40B4-BE49-F238E27FC236}">
                <a16:creationId xmlns:a16="http://schemas.microsoft.com/office/drawing/2014/main" id="{7BC1BF6B-6A6E-A313-5BF3-DD5056A5DFD5}"/>
              </a:ext>
            </a:extLst>
          </p:cNvPr>
          <p:cNvSpPr txBox="1"/>
          <p:nvPr/>
        </p:nvSpPr>
        <p:spPr>
          <a:xfrm>
            <a:off x="36305634" y="8828145"/>
            <a:ext cx="6913102"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b="1" dirty="0">
                <a:latin typeface="Calibri"/>
              </a:rPr>
              <a:t>TNBC Cell Line State Classification</a:t>
            </a:r>
            <a:r>
              <a:rPr lang="en-GB" sz="3600" dirty="0">
                <a:latin typeface="Calibri"/>
              </a:rPr>
              <a:t> by grouping cell lines into seven states (F0–F6) based on 524 signature genes, each linked to biological pathways. Derived from previous work by Wang et al. (2025) [Figure 1B, p. 23]¹</a:t>
            </a:r>
          </a:p>
        </p:txBody>
      </p:sp>
      <p:pic>
        <p:nvPicPr>
          <p:cNvPr id="2" name="Picture 1" descr="A diagram of a number of dots&#10;&#10;AI-generated content may be incorrect.">
            <a:extLst>
              <a:ext uri="{FF2B5EF4-FFF2-40B4-BE49-F238E27FC236}">
                <a16:creationId xmlns:a16="http://schemas.microsoft.com/office/drawing/2014/main" id="{891A38E7-C5AD-EF23-C948-BAB81B80C4B5}"/>
              </a:ext>
            </a:extLst>
          </p:cNvPr>
          <p:cNvPicPr>
            <a:picLocks noChangeAspect="1"/>
          </p:cNvPicPr>
          <p:nvPr/>
        </p:nvPicPr>
        <p:blipFill>
          <a:blip r:embed="rId6"/>
          <a:srcRect l="7409" t="11369" r="6248" b="6371"/>
          <a:stretch>
            <a:fillRect/>
          </a:stretch>
        </p:blipFill>
        <p:spPr>
          <a:xfrm>
            <a:off x="801196" y="24507700"/>
            <a:ext cx="6359572" cy="4294976"/>
          </a:xfrm>
          <a:prstGeom prst="rect">
            <a:avLst/>
          </a:prstGeom>
        </p:spPr>
      </p:pic>
      <p:pic>
        <p:nvPicPr>
          <p:cNvPr id="4" name="Picture 3" descr="A diagram of different colored dots&#10;&#10;AI-generated content may be incorrect.">
            <a:extLst>
              <a:ext uri="{FF2B5EF4-FFF2-40B4-BE49-F238E27FC236}">
                <a16:creationId xmlns:a16="http://schemas.microsoft.com/office/drawing/2014/main" id="{B4332933-A77F-6E39-459C-CA632EE64C4A}"/>
              </a:ext>
            </a:extLst>
          </p:cNvPr>
          <p:cNvPicPr>
            <a:picLocks noChangeAspect="1"/>
          </p:cNvPicPr>
          <p:nvPr/>
        </p:nvPicPr>
        <p:blipFill>
          <a:blip r:embed="rId7"/>
          <a:srcRect l="8052" t="9886" r="8498" b="5115"/>
          <a:stretch>
            <a:fillRect/>
          </a:stretch>
        </p:blipFill>
        <p:spPr>
          <a:xfrm>
            <a:off x="7513817" y="24492223"/>
            <a:ext cx="5983130" cy="4454790"/>
          </a:xfrm>
          <a:prstGeom prst="rect">
            <a:avLst/>
          </a:prstGeom>
        </p:spPr>
      </p:pic>
      <p:pic>
        <p:nvPicPr>
          <p:cNvPr id="3" name="Picture 2" descr="A diagram of different colored dots&#10;&#10;AI-generated content may be incorrect.">
            <a:extLst>
              <a:ext uri="{FF2B5EF4-FFF2-40B4-BE49-F238E27FC236}">
                <a16:creationId xmlns:a16="http://schemas.microsoft.com/office/drawing/2014/main" id="{81A64F5F-FA34-40FA-1683-FAD4E588B457}"/>
              </a:ext>
            </a:extLst>
          </p:cNvPr>
          <p:cNvPicPr>
            <a:picLocks noChangeAspect="1"/>
          </p:cNvPicPr>
          <p:nvPr/>
        </p:nvPicPr>
        <p:blipFill>
          <a:blip r:embed="rId8"/>
          <a:srcRect l="7535" t="10624" r="8609" b="5845"/>
          <a:stretch/>
        </p:blipFill>
        <p:spPr>
          <a:xfrm>
            <a:off x="13888501" y="24577151"/>
            <a:ext cx="5612027" cy="4341808"/>
          </a:xfrm>
          <a:prstGeom prst="rect">
            <a:avLst/>
          </a:prstGeom>
        </p:spPr>
      </p:pic>
      <p:grpSp>
        <p:nvGrpSpPr>
          <p:cNvPr id="20" name="Group 19">
            <a:extLst>
              <a:ext uri="{FF2B5EF4-FFF2-40B4-BE49-F238E27FC236}">
                <a16:creationId xmlns:a16="http://schemas.microsoft.com/office/drawing/2014/main" id="{C9336A67-B2ED-569C-F4ED-185E860C98E8}"/>
              </a:ext>
            </a:extLst>
          </p:cNvPr>
          <p:cNvGrpSpPr/>
          <p:nvPr/>
        </p:nvGrpSpPr>
        <p:grpSpPr>
          <a:xfrm>
            <a:off x="19688207" y="26038036"/>
            <a:ext cx="1509448" cy="461665"/>
            <a:chOff x="21338289" y="25707597"/>
            <a:chExt cx="1509448" cy="461665"/>
          </a:xfrm>
        </p:grpSpPr>
        <p:sp>
          <p:nvSpPr>
            <p:cNvPr id="9" name="Oval 8">
              <a:extLst>
                <a:ext uri="{FF2B5EF4-FFF2-40B4-BE49-F238E27FC236}">
                  <a16:creationId xmlns:a16="http://schemas.microsoft.com/office/drawing/2014/main" id="{1913CC80-B1E5-7092-6DCB-2A0402BC872C}"/>
                </a:ext>
              </a:extLst>
            </p:cNvPr>
            <p:cNvSpPr/>
            <p:nvPr/>
          </p:nvSpPr>
          <p:spPr>
            <a:xfrm>
              <a:off x="21338289" y="25837859"/>
              <a:ext cx="172528" cy="207031"/>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85AB449E-9B2B-2AF3-55E3-5365E6376F9C}"/>
                </a:ext>
              </a:extLst>
            </p:cNvPr>
            <p:cNvSpPr txBox="1"/>
            <p:nvPr/>
          </p:nvSpPr>
          <p:spPr>
            <a:xfrm>
              <a:off x="21503659" y="25707597"/>
              <a:ext cx="134407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latin typeface="Calibri"/>
                </a:rPr>
                <a:t>Cluster 1</a:t>
              </a:r>
            </a:p>
          </p:txBody>
        </p:sp>
      </p:grpSp>
      <p:grpSp>
        <p:nvGrpSpPr>
          <p:cNvPr id="21" name="Group 20">
            <a:extLst>
              <a:ext uri="{FF2B5EF4-FFF2-40B4-BE49-F238E27FC236}">
                <a16:creationId xmlns:a16="http://schemas.microsoft.com/office/drawing/2014/main" id="{E163313A-6145-7A89-FD28-41389F1E2756}"/>
              </a:ext>
            </a:extLst>
          </p:cNvPr>
          <p:cNvGrpSpPr/>
          <p:nvPr/>
        </p:nvGrpSpPr>
        <p:grpSpPr>
          <a:xfrm>
            <a:off x="19688122" y="26399130"/>
            <a:ext cx="1940769" cy="461665"/>
            <a:chOff x="21338289" y="26345950"/>
            <a:chExt cx="1940769" cy="461665"/>
          </a:xfrm>
        </p:grpSpPr>
        <p:sp>
          <p:nvSpPr>
            <p:cNvPr id="10" name="Oval 9">
              <a:extLst>
                <a:ext uri="{FF2B5EF4-FFF2-40B4-BE49-F238E27FC236}">
                  <a16:creationId xmlns:a16="http://schemas.microsoft.com/office/drawing/2014/main" id="{AD8BDE6D-8E96-3A4B-FDA5-38C245026028}"/>
                </a:ext>
              </a:extLst>
            </p:cNvPr>
            <p:cNvSpPr/>
            <p:nvPr/>
          </p:nvSpPr>
          <p:spPr>
            <a:xfrm>
              <a:off x="21338289" y="26493464"/>
              <a:ext cx="172527" cy="207032"/>
            </a:xfrm>
            <a:prstGeom prst="ellipse">
              <a:avLst/>
            </a:prstGeom>
            <a:solidFill>
              <a:srgbClr val="8987E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E33C2192-614C-D787-7B8B-73AD3F718EC0}"/>
                </a:ext>
              </a:extLst>
            </p:cNvPr>
            <p:cNvSpPr txBox="1"/>
            <p:nvPr/>
          </p:nvSpPr>
          <p:spPr>
            <a:xfrm>
              <a:off x="21503659" y="26345950"/>
              <a:ext cx="177539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latin typeface="Calibri"/>
                </a:rPr>
                <a:t>Cluster 2</a:t>
              </a:r>
            </a:p>
          </p:txBody>
        </p:sp>
      </p:grpSp>
      <p:pic>
        <p:nvPicPr>
          <p:cNvPr id="25" name="Picture 24">
            <a:extLst>
              <a:ext uri="{FF2B5EF4-FFF2-40B4-BE49-F238E27FC236}">
                <a16:creationId xmlns:a16="http://schemas.microsoft.com/office/drawing/2014/main" id="{7CA94ED8-7B6C-866C-21C1-AAFB9DF4F66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76011" y="1538925"/>
            <a:ext cx="8857073" cy="2432462"/>
          </a:xfrm>
          <a:prstGeom prst="rect">
            <a:avLst/>
          </a:prstGeom>
        </p:spPr>
      </p:pic>
      <p:sp>
        <p:nvSpPr>
          <p:cNvPr id="39" name="TextBox 38">
            <a:extLst>
              <a:ext uri="{FF2B5EF4-FFF2-40B4-BE49-F238E27FC236}">
                <a16:creationId xmlns:a16="http://schemas.microsoft.com/office/drawing/2014/main" id="{95023E6B-147A-0477-4F11-B1CE25F26857}"/>
              </a:ext>
            </a:extLst>
          </p:cNvPr>
          <p:cNvSpPr txBox="1"/>
          <p:nvPr/>
        </p:nvSpPr>
        <p:spPr>
          <a:xfrm>
            <a:off x="8775357" y="29132668"/>
            <a:ext cx="679908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200" dirty="0">
                <a:latin typeface="Calibri"/>
              </a:rPr>
              <a:t>MYC Gene Expression </a:t>
            </a:r>
          </a:p>
        </p:txBody>
      </p:sp>
      <p:sp>
        <p:nvSpPr>
          <p:cNvPr id="40" name="TextBox 39">
            <a:extLst>
              <a:ext uri="{FF2B5EF4-FFF2-40B4-BE49-F238E27FC236}">
                <a16:creationId xmlns:a16="http://schemas.microsoft.com/office/drawing/2014/main" id="{AB400BA8-03B0-1D7C-79ED-248546E4F5B8}"/>
              </a:ext>
            </a:extLst>
          </p:cNvPr>
          <p:cNvSpPr txBox="1"/>
          <p:nvPr/>
        </p:nvSpPr>
        <p:spPr>
          <a:xfrm rot="16200000">
            <a:off x="4060462" y="24716463"/>
            <a:ext cx="636803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latin typeface="Calibri"/>
              </a:rPr>
              <a:t>GSTP1 Gene Expression</a:t>
            </a:r>
          </a:p>
        </p:txBody>
      </p:sp>
      <p:sp>
        <p:nvSpPr>
          <p:cNvPr id="42" name="TextBox 41">
            <a:extLst>
              <a:ext uri="{FF2B5EF4-FFF2-40B4-BE49-F238E27FC236}">
                <a16:creationId xmlns:a16="http://schemas.microsoft.com/office/drawing/2014/main" id="{2756399A-A8C2-C7AD-F7CD-31F7C66816F3}"/>
              </a:ext>
            </a:extLst>
          </p:cNvPr>
          <p:cNvSpPr txBox="1"/>
          <p:nvPr/>
        </p:nvSpPr>
        <p:spPr>
          <a:xfrm rot="16200000">
            <a:off x="10231065" y="24346318"/>
            <a:ext cx="701017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latin typeface="Calibri"/>
              </a:rPr>
              <a:t>VIM Gene Expression</a:t>
            </a:r>
          </a:p>
        </p:txBody>
      </p:sp>
      <p:pic>
        <p:nvPicPr>
          <p:cNvPr id="61" name="Picture 60" descr="A graph with a red line and black dots&#10;&#10;Description automatically generated">
            <a:extLst>
              <a:ext uri="{FF2B5EF4-FFF2-40B4-BE49-F238E27FC236}">
                <a16:creationId xmlns:a16="http://schemas.microsoft.com/office/drawing/2014/main" id="{29C9CF6A-FB84-51E3-B9ED-19F0BD3A357F}"/>
              </a:ext>
            </a:extLst>
          </p:cNvPr>
          <p:cNvPicPr>
            <a:picLocks noChangeAspect="1"/>
          </p:cNvPicPr>
          <p:nvPr/>
        </p:nvPicPr>
        <p:blipFill>
          <a:blip r:embed="rId10"/>
          <a:stretch>
            <a:fillRect/>
          </a:stretch>
        </p:blipFill>
        <p:spPr>
          <a:xfrm>
            <a:off x="30184087" y="14361102"/>
            <a:ext cx="6631501" cy="4733493"/>
          </a:xfrm>
          <a:prstGeom prst="rect">
            <a:avLst/>
          </a:prstGeom>
        </p:spPr>
      </p:pic>
      <p:pic>
        <p:nvPicPr>
          <p:cNvPr id="63" name="Picture 62" descr="A graph with a red line and black dots&#10;&#10;Description automatically generated">
            <a:extLst>
              <a:ext uri="{FF2B5EF4-FFF2-40B4-BE49-F238E27FC236}">
                <a16:creationId xmlns:a16="http://schemas.microsoft.com/office/drawing/2014/main" id="{283351AC-0966-B514-2D8B-51B1D95B9DEE}"/>
              </a:ext>
            </a:extLst>
          </p:cNvPr>
          <p:cNvPicPr>
            <a:picLocks noChangeAspect="1"/>
          </p:cNvPicPr>
          <p:nvPr/>
        </p:nvPicPr>
        <p:blipFill>
          <a:blip r:embed="rId11"/>
          <a:stretch>
            <a:fillRect/>
          </a:stretch>
        </p:blipFill>
        <p:spPr>
          <a:xfrm>
            <a:off x="23455937" y="14333060"/>
            <a:ext cx="6959669" cy="4755774"/>
          </a:xfrm>
          <a:prstGeom prst="rect">
            <a:avLst/>
          </a:prstGeom>
        </p:spPr>
      </p:pic>
      <p:pic>
        <p:nvPicPr>
          <p:cNvPr id="65" name="Picture 64" descr="A graph with black dots and a red line&#10;&#10;Description automatically generated">
            <a:extLst>
              <a:ext uri="{FF2B5EF4-FFF2-40B4-BE49-F238E27FC236}">
                <a16:creationId xmlns:a16="http://schemas.microsoft.com/office/drawing/2014/main" id="{D6B7A6CA-AE9C-981A-76D2-7062912D2F5F}"/>
              </a:ext>
            </a:extLst>
          </p:cNvPr>
          <p:cNvPicPr>
            <a:picLocks noChangeAspect="1"/>
          </p:cNvPicPr>
          <p:nvPr/>
        </p:nvPicPr>
        <p:blipFill>
          <a:blip r:embed="rId12"/>
          <a:stretch>
            <a:fillRect/>
          </a:stretch>
        </p:blipFill>
        <p:spPr>
          <a:xfrm>
            <a:off x="37039995" y="14343021"/>
            <a:ext cx="6441186" cy="473887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340</TotalTime>
  <Words>488</Words>
  <Application>Microsoft Office PowerPoint</Application>
  <PresentationFormat>Custom</PresentationFormat>
  <Paragraphs>32</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Delaney, Shannon Marie</dc:creator>
  <cp:lastModifiedBy>Abdu, Riham Mohammed</cp:lastModifiedBy>
  <cp:revision>922</cp:revision>
  <dcterms:created xsi:type="dcterms:W3CDTF">2019-05-10T16:12:39Z</dcterms:created>
  <dcterms:modified xsi:type="dcterms:W3CDTF">2026-01-05T20:04:23Z</dcterms:modified>
</cp:coreProperties>
</file>